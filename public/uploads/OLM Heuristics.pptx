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569" r:id="rId5"/>
    <p:sldId id="581" r:id="rId6"/>
    <p:sldId id="2142532233" r:id="rId7"/>
    <p:sldId id="2142532235" r:id="rId8"/>
    <p:sldId id="2142532295" r:id="rId9"/>
    <p:sldId id="2142532301" r:id="rId10"/>
    <p:sldId id="2142532302" r:id="rId11"/>
    <p:sldId id="2142532303" r:id="rId12"/>
    <p:sldId id="2142532304" r:id="rId13"/>
    <p:sldId id="2142532305" r:id="rId14"/>
    <p:sldId id="2142532306" r:id="rId15"/>
    <p:sldId id="2142532307" r:id="rId16"/>
    <p:sldId id="2142532308" r:id="rId17"/>
    <p:sldId id="214253230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39AF87-C4A2-48DD-B6AE-4130254C47B4}">
          <p14:sldIdLst>
            <p14:sldId id="569"/>
          </p14:sldIdLst>
        </p14:section>
        <p14:section name="Introduction" id="{2EAEF2BA-3599-4978-A77B-54B21DD1130A}">
          <p14:sldIdLst>
            <p14:sldId id="581"/>
            <p14:sldId id="2142532233"/>
            <p14:sldId id="2142532235"/>
            <p14:sldId id="2142532295"/>
            <p14:sldId id="2142532301"/>
            <p14:sldId id="2142532302"/>
            <p14:sldId id="2142532303"/>
            <p14:sldId id="2142532304"/>
            <p14:sldId id="2142532305"/>
            <p14:sldId id="2142532306"/>
            <p14:sldId id="2142532307"/>
            <p14:sldId id="2142532308"/>
          </p14:sldIdLst>
        </p14:section>
        <p14:section name="Screenshots" id="{E231F057-C174-42BE-8A5B-85CE01D287A7}">
          <p14:sldIdLst>
            <p14:sldId id="2142532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esh Reddy" initials="NR" lastIdx="45" clrIdx="0">
    <p:extLst>
      <p:ext uri="{19B8F6BF-5375-455C-9EA6-DF929625EA0E}">
        <p15:presenceInfo xmlns:p15="http://schemas.microsoft.com/office/powerpoint/2012/main" userId="S::nitesh.reddy@in.abb.com::a71f6c7f-5fd2-4e8d-b230-e0595b4fab6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Hegde" userId="0c15919e-3c56-40ea-a505-9a31ad65a471" providerId="ADAL" clId="{AF240C15-29DF-4A03-B90C-67679FDA531E}"/>
    <pc:docChg chg="undo custSel addSld delSld modSld modSection">
      <pc:chgData name="Bharath Hegde" userId="0c15919e-3c56-40ea-a505-9a31ad65a471" providerId="ADAL" clId="{AF240C15-29DF-4A03-B90C-67679FDA531E}" dt="2022-11-16T13:34:53.008" v="5549" actId="14100"/>
      <pc:docMkLst>
        <pc:docMk/>
      </pc:docMkLst>
      <pc:sldChg chg="modSp mod">
        <pc:chgData name="Bharath Hegde" userId="0c15919e-3c56-40ea-a505-9a31ad65a471" providerId="ADAL" clId="{AF240C15-29DF-4A03-B90C-67679FDA531E}" dt="2022-11-09T07:05:27.773" v="794" actId="20577"/>
        <pc:sldMkLst>
          <pc:docMk/>
          <pc:sldMk cId="657534813" sldId="581"/>
        </pc:sldMkLst>
        <pc:spChg chg="mod">
          <ac:chgData name="Bharath Hegde" userId="0c15919e-3c56-40ea-a505-9a31ad65a471" providerId="ADAL" clId="{AF240C15-29DF-4A03-B90C-67679FDA531E}" dt="2022-11-09T07:05:27.773" v="794" actId="20577"/>
          <ac:spMkLst>
            <pc:docMk/>
            <pc:sldMk cId="657534813" sldId="581"/>
            <ac:spMk id="3" creationId="{BD422A8B-17B6-4A4D-B780-3BB491A8A0BA}"/>
          </ac:spMkLst>
        </pc:spChg>
      </pc:sldChg>
      <pc:sldChg chg="del">
        <pc:chgData name="Bharath Hegde" userId="0c15919e-3c56-40ea-a505-9a31ad65a471" providerId="ADAL" clId="{AF240C15-29DF-4A03-B90C-67679FDA531E}" dt="2022-11-15T04:08:32.076" v="1143" actId="47"/>
        <pc:sldMkLst>
          <pc:docMk/>
          <pc:sldMk cId="3671199166" sldId="2142532237"/>
        </pc:sldMkLst>
      </pc:sldChg>
      <pc:sldChg chg="del">
        <pc:chgData name="Bharath Hegde" userId="0c15919e-3c56-40ea-a505-9a31ad65a471" providerId="ADAL" clId="{AF240C15-29DF-4A03-B90C-67679FDA531E}" dt="2022-11-15T04:08:29.300" v="1141" actId="47"/>
        <pc:sldMkLst>
          <pc:docMk/>
          <pc:sldMk cId="2980245042" sldId="2142532243"/>
        </pc:sldMkLst>
      </pc:sldChg>
      <pc:sldChg chg="del">
        <pc:chgData name="Bharath Hegde" userId="0c15919e-3c56-40ea-a505-9a31ad65a471" providerId="ADAL" clId="{AF240C15-29DF-4A03-B90C-67679FDA531E}" dt="2022-11-15T04:08:29.782" v="1142" actId="47"/>
        <pc:sldMkLst>
          <pc:docMk/>
          <pc:sldMk cId="982479263" sldId="2142532244"/>
        </pc:sldMkLst>
      </pc:sldChg>
      <pc:sldChg chg="del">
        <pc:chgData name="Bharath Hegde" userId="0c15919e-3c56-40ea-a505-9a31ad65a471" providerId="ADAL" clId="{AF240C15-29DF-4A03-B90C-67679FDA531E}" dt="2022-11-15T04:08:39.131" v="1153" actId="47"/>
        <pc:sldMkLst>
          <pc:docMk/>
          <pc:sldMk cId="3821807082" sldId="2142532259"/>
        </pc:sldMkLst>
      </pc:sldChg>
      <pc:sldChg chg="del">
        <pc:chgData name="Bharath Hegde" userId="0c15919e-3c56-40ea-a505-9a31ad65a471" providerId="ADAL" clId="{AF240C15-29DF-4A03-B90C-67679FDA531E}" dt="2022-11-15T04:08:19.730" v="1137" actId="47"/>
        <pc:sldMkLst>
          <pc:docMk/>
          <pc:sldMk cId="2377893915" sldId="2142532260"/>
        </pc:sldMkLst>
      </pc:sldChg>
      <pc:sldChg chg="del">
        <pc:chgData name="Bharath Hegde" userId="0c15919e-3c56-40ea-a505-9a31ad65a471" providerId="ADAL" clId="{AF240C15-29DF-4A03-B90C-67679FDA531E}" dt="2022-11-15T04:08:40.247" v="1154" actId="47"/>
        <pc:sldMkLst>
          <pc:docMk/>
          <pc:sldMk cId="2718230664" sldId="2142532261"/>
        </pc:sldMkLst>
      </pc:sldChg>
      <pc:sldChg chg="del">
        <pc:chgData name="Bharath Hegde" userId="0c15919e-3c56-40ea-a505-9a31ad65a471" providerId="ADAL" clId="{AF240C15-29DF-4A03-B90C-67679FDA531E}" dt="2022-11-15T04:08:41.978" v="1155" actId="47"/>
        <pc:sldMkLst>
          <pc:docMk/>
          <pc:sldMk cId="3736128634" sldId="2142532262"/>
        </pc:sldMkLst>
      </pc:sldChg>
      <pc:sldChg chg="del">
        <pc:chgData name="Bharath Hegde" userId="0c15919e-3c56-40ea-a505-9a31ad65a471" providerId="ADAL" clId="{AF240C15-29DF-4A03-B90C-67679FDA531E}" dt="2022-11-15T04:08:35.653" v="1148" actId="47"/>
        <pc:sldMkLst>
          <pc:docMk/>
          <pc:sldMk cId="3997235905" sldId="2142532268"/>
        </pc:sldMkLst>
      </pc:sldChg>
      <pc:sldChg chg="del">
        <pc:chgData name="Bharath Hegde" userId="0c15919e-3c56-40ea-a505-9a31ad65a471" providerId="ADAL" clId="{AF240C15-29DF-4A03-B90C-67679FDA531E}" dt="2022-11-15T04:08:36.279" v="1149" actId="47"/>
        <pc:sldMkLst>
          <pc:docMk/>
          <pc:sldMk cId="1125740490" sldId="2142532269"/>
        </pc:sldMkLst>
      </pc:sldChg>
      <pc:sldChg chg="del">
        <pc:chgData name="Bharath Hegde" userId="0c15919e-3c56-40ea-a505-9a31ad65a471" providerId="ADAL" clId="{AF240C15-29DF-4A03-B90C-67679FDA531E}" dt="2022-11-15T04:08:37.001" v="1150" actId="47"/>
        <pc:sldMkLst>
          <pc:docMk/>
          <pc:sldMk cId="1249431247" sldId="2142532270"/>
        </pc:sldMkLst>
      </pc:sldChg>
      <pc:sldChg chg="del">
        <pc:chgData name="Bharath Hegde" userId="0c15919e-3c56-40ea-a505-9a31ad65a471" providerId="ADAL" clId="{AF240C15-29DF-4A03-B90C-67679FDA531E}" dt="2022-11-15T04:08:37.644" v="1151" actId="47"/>
        <pc:sldMkLst>
          <pc:docMk/>
          <pc:sldMk cId="3568986083" sldId="2142532271"/>
        </pc:sldMkLst>
      </pc:sldChg>
      <pc:sldChg chg="del">
        <pc:chgData name="Bharath Hegde" userId="0c15919e-3c56-40ea-a505-9a31ad65a471" providerId="ADAL" clId="{AF240C15-29DF-4A03-B90C-67679FDA531E}" dt="2022-11-15T04:08:38.448" v="1152" actId="47"/>
        <pc:sldMkLst>
          <pc:docMk/>
          <pc:sldMk cId="1446245702" sldId="2142532272"/>
        </pc:sldMkLst>
      </pc:sldChg>
      <pc:sldChg chg="del">
        <pc:chgData name="Bharath Hegde" userId="0c15919e-3c56-40ea-a505-9a31ad65a471" providerId="ADAL" clId="{AF240C15-29DF-4A03-B90C-67679FDA531E}" dt="2022-11-15T04:08:16.708" v="1133" actId="47"/>
        <pc:sldMkLst>
          <pc:docMk/>
          <pc:sldMk cId="1806624029" sldId="2142532273"/>
        </pc:sldMkLst>
      </pc:sldChg>
      <pc:sldChg chg="del">
        <pc:chgData name="Bharath Hegde" userId="0c15919e-3c56-40ea-a505-9a31ad65a471" providerId="ADAL" clId="{AF240C15-29DF-4A03-B90C-67679FDA531E}" dt="2022-11-15T04:08:09.557" v="1126" actId="47"/>
        <pc:sldMkLst>
          <pc:docMk/>
          <pc:sldMk cId="2273023802" sldId="2142532274"/>
        </pc:sldMkLst>
      </pc:sldChg>
      <pc:sldChg chg="del">
        <pc:chgData name="Bharath Hegde" userId="0c15919e-3c56-40ea-a505-9a31ad65a471" providerId="ADAL" clId="{AF240C15-29DF-4A03-B90C-67679FDA531E}" dt="2022-11-15T04:08:09.557" v="1126" actId="47"/>
        <pc:sldMkLst>
          <pc:docMk/>
          <pc:sldMk cId="4229501147" sldId="2142532275"/>
        </pc:sldMkLst>
      </pc:sldChg>
      <pc:sldChg chg="del">
        <pc:chgData name="Bharath Hegde" userId="0c15919e-3c56-40ea-a505-9a31ad65a471" providerId="ADAL" clId="{AF240C15-29DF-4A03-B90C-67679FDA531E}" dt="2022-11-15T04:08:09.557" v="1126" actId="47"/>
        <pc:sldMkLst>
          <pc:docMk/>
          <pc:sldMk cId="4192398563" sldId="2142532276"/>
        </pc:sldMkLst>
      </pc:sldChg>
      <pc:sldChg chg="del">
        <pc:chgData name="Bharath Hegde" userId="0c15919e-3c56-40ea-a505-9a31ad65a471" providerId="ADAL" clId="{AF240C15-29DF-4A03-B90C-67679FDA531E}" dt="2022-11-15T04:08:09.557" v="1126" actId="47"/>
        <pc:sldMkLst>
          <pc:docMk/>
          <pc:sldMk cId="3655864074" sldId="2142532277"/>
        </pc:sldMkLst>
      </pc:sldChg>
      <pc:sldChg chg="del">
        <pc:chgData name="Bharath Hegde" userId="0c15919e-3c56-40ea-a505-9a31ad65a471" providerId="ADAL" clId="{AF240C15-29DF-4A03-B90C-67679FDA531E}" dt="2022-11-15T04:08:17.172" v="1134" actId="47"/>
        <pc:sldMkLst>
          <pc:docMk/>
          <pc:sldMk cId="180586890" sldId="2142532278"/>
        </pc:sldMkLst>
      </pc:sldChg>
      <pc:sldChg chg="del">
        <pc:chgData name="Bharath Hegde" userId="0c15919e-3c56-40ea-a505-9a31ad65a471" providerId="ADAL" clId="{AF240C15-29DF-4A03-B90C-67679FDA531E}" dt="2022-11-15T04:08:17.578" v="1135" actId="47"/>
        <pc:sldMkLst>
          <pc:docMk/>
          <pc:sldMk cId="1618404615" sldId="2142532279"/>
        </pc:sldMkLst>
      </pc:sldChg>
      <pc:sldChg chg="del">
        <pc:chgData name="Bharath Hegde" userId="0c15919e-3c56-40ea-a505-9a31ad65a471" providerId="ADAL" clId="{AF240C15-29DF-4A03-B90C-67679FDA531E}" dt="2022-11-15T04:08:18.282" v="1136" actId="47"/>
        <pc:sldMkLst>
          <pc:docMk/>
          <pc:sldMk cId="2494606879" sldId="2142532280"/>
        </pc:sldMkLst>
      </pc:sldChg>
      <pc:sldChg chg="del">
        <pc:chgData name="Bharath Hegde" userId="0c15919e-3c56-40ea-a505-9a31ad65a471" providerId="ADAL" clId="{AF240C15-29DF-4A03-B90C-67679FDA531E}" dt="2022-11-15T04:08:13.077" v="1129" actId="47"/>
        <pc:sldMkLst>
          <pc:docMk/>
          <pc:sldMk cId="3380540084" sldId="2142532281"/>
        </pc:sldMkLst>
      </pc:sldChg>
      <pc:sldChg chg="del">
        <pc:chgData name="Bharath Hegde" userId="0c15919e-3c56-40ea-a505-9a31ad65a471" providerId="ADAL" clId="{AF240C15-29DF-4A03-B90C-67679FDA531E}" dt="2022-11-15T04:08:13.478" v="1130" actId="47"/>
        <pc:sldMkLst>
          <pc:docMk/>
          <pc:sldMk cId="3199805022" sldId="2142532282"/>
        </pc:sldMkLst>
      </pc:sldChg>
      <pc:sldChg chg="del">
        <pc:chgData name="Bharath Hegde" userId="0c15919e-3c56-40ea-a505-9a31ad65a471" providerId="ADAL" clId="{AF240C15-29DF-4A03-B90C-67679FDA531E}" dt="2022-11-15T04:08:15.138" v="1131" actId="47"/>
        <pc:sldMkLst>
          <pc:docMk/>
          <pc:sldMk cId="1310951544" sldId="2142532283"/>
        </pc:sldMkLst>
      </pc:sldChg>
      <pc:sldChg chg="del">
        <pc:chgData name="Bharath Hegde" userId="0c15919e-3c56-40ea-a505-9a31ad65a471" providerId="ADAL" clId="{AF240C15-29DF-4A03-B90C-67679FDA531E}" dt="2022-11-15T04:08:15.650" v="1132" actId="47"/>
        <pc:sldMkLst>
          <pc:docMk/>
          <pc:sldMk cId="847315775" sldId="2142532284"/>
        </pc:sldMkLst>
      </pc:sldChg>
      <pc:sldChg chg="del">
        <pc:chgData name="Bharath Hegde" userId="0c15919e-3c56-40ea-a505-9a31ad65a471" providerId="ADAL" clId="{AF240C15-29DF-4A03-B90C-67679FDA531E}" dt="2022-11-15T04:08:10.854" v="1127" actId="47"/>
        <pc:sldMkLst>
          <pc:docMk/>
          <pc:sldMk cId="578276579" sldId="2142532285"/>
        </pc:sldMkLst>
      </pc:sldChg>
      <pc:sldChg chg="del">
        <pc:chgData name="Bharath Hegde" userId="0c15919e-3c56-40ea-a505-9a31ad65a471" providerId="ADAL" clId="{AF240C15-29DF-4A03-B90C-67679FDA531E}" dt="2022-11-15T04:08:09.557" v="1126" actId="47"/>
        <pc:sldMkLst>
          <pc:docMk/>
          <pc:sldMk cId="2116131120" sldId="2142532286"/>
        </pc:sldMkLst>
      </pc:sldChg>
      <pc:sldChg chg="del">
        <pc:chgData name="Bharath Hegde" userId="0c15919e-3c56-40ea-a505-9a31ad65a471" providerId="ADAL" clId="{AF240C15-29DF-4A03-B90C-67679FDA531E}" dt="2022-11-15T04:08:12.390" v="1128" actId="47"/>
        <pc:sldMkLst>
          <pc:docMk/>
          <pc:sldMk cId="1509158437" sldId="2142532287"/>
        </pc:sldMkLst>
      </pc:sldChg>
      <pc:sldChg chg="del">
        <pc:chgData name="Bharath Hegde" userId="0c15919e-3c56-40ea-a505-9a31ad65a471" providerId="ADAL" clId="{AF240C15-29DF-4A03-B90C-67679FDA531E}" dt="2022-11-15T04:08:09.557" v="1126" actId="47"/>
        <pc:sldMkLst>
          <pc:docMk/>
          <pc:sldMk cId="1602337628" sldId="2142532288"/>
        </pc:sldMkLst>
      </pc:sldChg>
      <pc:sldChg chg="del">
        <pc:chgData name="Bharath Hegde" userId="0c15919e-3c56-40ea-a505-9a31ad65a471" providerId="ADAL" clId="{AF240C15-29DF-4A03-B90C-67679FDA531E}" dt="2022-11-15T04:08:09.557" v="1126" actId="47"/>
        <pc:sldMkLst>
          <pc:docMk/>
          <pc:sldMk cId="561570978" sldId="2142532289"/>
        </pc:sldMkLst>
      </pc:sldChg>
      <pc:sldChg chg="del">
        <pc:chgData name="Bharath Hegde" userId="0c15919e-3c56-40ea-a505-9a31ad65a471" providerId="ADAL" clId="{AF240C15-29DF-4A03-B90C-67679FDA531E}" dt="2022-11-15T04:08:09.557" v="1126" actId="47"/>
        <pc:sldMkLst>
          <pc:docMk/>
          <pc:sldMk cId="1562427575" sldId="2142532290"/>
        </pc:sldMkLst>
      </pc:sldChg>
      <pc:sldChg chg="del">
        <pc:chgData name="Bharath Hegde" userId="0c15919e-3c56-40ea-a505-9a31ad65a471" providerId="ADAL" clId="{AF240C15-29DF-4A03-B90C-67679FDA531E}" dt="2022-11-16T11:23:55.647" v="5366" actId="2696"/>
        <pc:sldMkLst>
          <pc:docMk/>
          <pc:sldMk cId="368329491" sldId="2142532291"/>
        </pc:sldMkLst>
      </pc:sldChg>
      <pc:sldChg chg="modSp del mod">
        <pc:chgData name="Bharath Hegde" userId="0c15919e-3c56-40ea-a505-9a31ad65a471" providerId="ADAL" clId="{AF240C15-29DF-4A03-B90C-67679FDA531E}" dt="2022-11-15T04:08:27.612" v="1138" actId="47"/>
        <pc:sldMkLst>
          <pc:docMk/>
          <pc:sldMk cId="664035292" sldId="2142532292"/>
        </pc:sldMkLst>
        <pc:spChg chg="mod">
          <ac:chgData name="Bharath Hegde" userId="0c15919e-3c56-40ea-a505-9a31ad65a471" providerId="ADAL" clId="{AF240C15-29DF-4A03-B90C-67679FDA531E}" dt="2022-11-11T07:22:15.281" v="1125" actId="14100"/>
          <ac:spMkLst>
            <pc:docMk/>
            <pc:sldMk cId="664035292" sldId="2142532292"/>
            <ac:spMk id="9" creationId="{00000000-0000-0000-0000-000000000000}"/>
          </ac:spMkLst>
        </pc:spChg>
      </pc:sldChg>
      <pc:sldChg chg="del">
        <pc:chgData name="Bharath Hegde" userId="0c15919e-3c56-40ea-a505-9a31ad65a471" providerId="ADAL" clId="{AF240C15-29DF-4A03-B90C-67679FDA531E}" dt="2022-11-15T04:08:28.364" v="1139" actId="47"/>
        <pc:sldMkLst>
          <pc:docMk/>
          <pc:sldMk cId="2565642746" sldId="2142532293"/>
        </pc:sldMkLst>
      </pc:sldChg>
      <pc:sldChg chg="del">
        <pc:chgData name="Bharath Hegde" userId="0c15919e-3c56-40ea-a505-9a31ad65a471" providerId="ADAL" clId="{AF240C15-29DF-4A03-B90C-67679FDA531E}" dt="2022-11-15T04:08:28.697" v="1140" actId="47"/>
        <pc:sldMkLst>
          <pc:docMk/>
          <pc:sldMk cId="2440009649" sldId="2142532294"/>
        </pc:sldMkLst>
      </pc:sldChg>
      <pc:sldChg chg="modSp mod">
        <pc:chgData name="Bharath Hegde" userId="0c15919e-3c56-40ea-a505-9a31ad65a471" providerId="ADAL" clId="{AF240C15-29DF-4A03-B90C-67679FDA531E}" dt="2022-11-09T07:03:54.014" v="774" actId="14100"/>
        <pc:sldMkLst>
          <pc:docMk/>
          <pc:sldMk cId="4146641473" sldId="2142532295"/>
        </pc:sldMkLst>
        <pc:spChg chg="mod">
          <ac:chgData name="Bharath Hegde" userId="0c15919e-3c56-40ea-a505-9a31ad65a471" providerId="ADAL" clId="{AF240C15-29DF-4A03-B90C-67679FDA531E}" dt="2022-11-09T07:03:54.014" v="774" actId="14100"/>
          <ac:spMkLst>
            <pc:docMk/>
            <pc:sldMk cId="4146641473" sldId="2142532295"/>
            <ac:spMk id="9" creationId="{00000000-0000-0000-0000-000000000000}"/>
          </ac:spMkLst>
        </pc:spChg>
        <pc:spChg chg="mod">
          <ac:chgData name="Bharath Hegde" userId="0c15919e-3c56-40ea-a505-9a31ad65a471" providerId="ADAL" clId="{AF240C15-29DF-4A03-B90C-67679FDA531E}" dt="2022-11-09T07:03:12.380" v="748" actId="5793"/>
          <ac:spMkLst>
            <pc:docMk/>
            <pc:sldMk cId="4146641473" sldId="2142532295"/>
            <ac:spMk id="10" creationId="{00000000-0000-0000-0000-000000000000}"/>
          </ac:spMkLst>
        </pc:spChg>
        <pc:cxnChg chg="mod">
          <ac:chgData name="Bharath Hegde" userId="0c15919e-3c56-40ea-a505-9a31ad65a471" providerId="ADAL" clId="{AF240C15-29DF-4A03-B90C-67679FDA531E}" dt="2022-11-09T06:37:03.003" v="2" actId="14100"/>
          <ac:cxnSpMkLst>
            <pc:docMk/>
            <pc:sldMk cId="4146641473" sldId="2142532295"/>
            <ac:cxnSpMk id="15" creationId="{6D88250A-85FC-4FC3-B6F1-CEDD352474F2}"/>
          </ac:cxnSpMkLst>
        </pc:cxnChg>
      </pc:sldChg>
      <pc:sldChg chg="del">
        <pc:chgData name="Bharath Hegde" userId="0c15919e-3c56-40ea-a505-9a31ad65a471" providerId="ADAL" clId="{AF240C15-29DF-4A03-B90C-67679FDA531E}" dt="2022-11-15T04:08:32.551" v="1144" actId="47"/>
        <pc:sldMkLst>
          <pc:docMk/>
          <pc:sldMk cId="730879451" sldId="2142532296"/>
        </pc:sldMkLst>
      </pc:sldChg>
      <pc:sldChg chg="del">
        <pc:chgData name="Bharath Hegde" userId="0c15919e-3c56-40ea-a505-9a31ad65a471" providerId="ADAL" clId="{AF240C15-29DF-4A03-B90C-67679FDA531E}" dt="2022-11-15T04:08:33.684" v="1145" actId="47"/>
        <pc:sldMkLst>
          <pc:docMk/>
          <pc:sldMk cId="67622429" sldId="2142532297"/>
        </pc:sldMkLst>
      </pc:sldChg>
      <pc:sldChg chg="del">
        <pc:chgData name="Bharath Hegde" userId="0c15919e-3c56-40ea-a505-9a31ad65a471" providerId="ADAL" clId="{AF240C15-29DF-4A03-B90C-67679FDA531E}" dt="2022-11-15T04:08:34.099" v="1146" actId="47"/>
        <pc:sldMkLst>
          <pc:docMk/>
          <pc:sldMk cId="1707732828" sldId="2142532298"/>
        </pc:sldMkLst>
      </pc:sldChg>
      <pc:sldChg chg="del">
        <pc:chgData name="Bharath Hegde" userId="0c15919e-3c56-40ea-a505-9a31ad65a471" providerId="ADAL" clId="{AF240C15-29DF-4A03-B90C-67679FDA531E}" dt="2022-11-15T04:08:34.820" v="1147" actId="47"/>
        <pc:sldMkLst>
          <pc:docMk/>
          <pc:sldMk cId="2720332259" sldId="2142532299"/>
        </pc:sldMkLst>
      </pc:sldChg>
      <pc:sldChg chg="addSp delSp modSp add mod">
        <pc:chgData name="Bharath Hegde" userId="0c15919e-3c56-40ea-a505-9a31ad65a471" providerId="ADAL" clId="{AF240C15-29DF-4A03-B90C-67679FDA531E}" dt="2022-11-09T07:38:29.681" v="1124" actId="20577"/>
        <pc:sldMkLst>
          <pc:docMk/>
          <pc:sldMk cId="1975186973" sldId="2142532301"/>
        </pc:sldMkLst>
        <pc:spChg chg="mod">
          <ac:chgData name="Bharath Hegde" userId="0c15919e-3c56-40ea-a505-9a31ad65a471" providerId="ADAL" clId="{AF240C15-29DF-4A03-B90C-67679FDA531E}" dt="2022-11-09T07:04:11.587" v="784" actId="20577"/>
          <ac:spMkLst>
            <pc:docMk/>
            <pc:sldMk cId="1975186973" sldId="2142532301"/>
            <ac:spMk id="9" creationId="{00000000-0000-0000-0000-000000000000}"/>
          </ac:spMkLst>
        </pc:spChg>
        <pc:spChg chg="mod">
          <ac:chgData name="Bharath Hegde" userId="0c15919e-3c56-40ea-a505-9a31ad65a471" providerId="ADAL" clId="{AF240C15-29DF-4A03-B90C-67679FDA531E}" dt="2022-11-09T07:38:29.681" v="1124" actId="20577"/>
          <ac:spMkLst>
            <pc:docMk/>
            <pc:sldMk cId="1975186973" sldId="2142532301"/>
            <ac:spMk id="10" creationId="{00000000-0000-0000-0000-000000000000}"/>
          </ac:spMkLst>
        </pc:spChg>
        <pc:picChg chg="del">
          <ac:chgData name="Bharath Hegde" userId="0c15919e-3c56-40ea-a505-9a31ad65a471" providerId="ADAL" clId="{AF240C15-29DF-4A03-B90C-67679FDA531E}" dt="2022-11-09T07:04:30.907" v="787" actId="478"/>
          <ac:picMkLst>
            <pc:docMk/>
            <pc:sldMk cId="1975186973" sldId="2142532301"/>
            <ac:picMk id="3" creationId="{18514DD0-2610-4BA5-89A4-6EE279D2BD54}"/>
          </ac:picMkLst>
        </pc:picChg>
        <pc:picChg chg="add mod">
          <ac:chgData name="Bharath Hegde" userId="0c15919e-3c56-40ea-a505-9a31ad65a471" providerId="ADAL" clId="{AF240C15-29DF-4A03-B90C-67679FDA531E}" dt="2022-11-09T07:04:37.102" v="789" actId="14100"/>
          <ac:picMkLst>
            <pc:docMk/>
            <pc:sldMk cId="1975186973" sldId="2142532301"/>
            <ac:picMk id="4" creationId="{87D1348E-A804-494E-B8F6-2534C05194FE}"/>
          </ac:picMkLst>
        </pc:picChg>
        <pc:cxnChg chg="add mod">
          <ac:chgData name="Bharath Hegde" userId="0c15919e-3c56-40ea-a505-9a31ad65a471" providerId="ADAL" clId="{AF240C15-29DF-4A03-B90C-67679FDA531E}" dt="2022-11-09T07:37:24.909" v="1098" actId="14100"/>
          <ac:cxnSpMkLst>
            <pc:docMk/>
            <pc:sldMk cId="1975186973" sldId="2142532301"/>
            <ac:cxnSpMk id="14" creationId="{274CD5AD-B4DC-40F1-A82B-9535E4892616}"/>
          </ac:cxnSpMkLst>
        </pc:cxnChg>
        <pc:cxnChg chg="mod ord">
          <ac:chgData name="Bharath Hegde" userId="0c15919e-3c56-40ea-a505-9a31ad65a471" providerId="ADAL" clId="{AF240C15-29DF-4A03-B90C-67679FDA531E}" dt="2022-11-09T07:37:16.052" v="1095" actId="14100"/>
          <ac:cxnSpMkLst>
            <pc:docMk/>
            <pc:sldMk cId="1975186973" sldId="2142532301"/>
            <ac:cxnSpMk id="15" creationId="{6D88250A-85FC-4FC3-B6F1-CEDD352474F2}"/>
          </ac:cxnSpMkLst>
        </pc:cxnChg>
      </pc:sldChg>
      <pc:sldChg chg="addSp delSp modSp add mod">
        <pc:chgData name="Bharath Hegde" userId="0c15919e-3c56-40ea-a505-9a31ad65a471" providerId="ADAL" clId="{AF240C15-29DF-4A03-B90C-67679FDA531E}" dt="2022-11-16T08:23:53.427" v="2043" actId="1076"/>
        <pc:sldMkLst>
          <pc:docMk/>
          <pc:sldMk cId="1155765524" sldId="2142532302"/>
        </pc:sldMkLst>
        <pc:spChg chg="mod">
          <ac:chgData name="Bharath Hegde" userId="0c15919e-3c56-40ea-a505-9a31ad65a471" providerId="ADAL" clId="{AF240C15-29DF-4A03-B90C-67679FDA531E}" dt="2022-11-16T07:00:54.036" v="1200" actId="20577"/>
          <ac:spMkLst>
            <pc:docMk/>
            <pc:sldMk cId="1155765524" sldId="2142532302"/>
            <ac:spMk id="9" creationId="{00000000-0000-0000-0000-000000000000}"/>
          </ac:spMkLst>
        </pc:spChg>
        <pc:spChg chg="mod">
          <ac:chgData name="Bharath Hegde" userId="0c15919e-3c56-40ea-a505-9a31ad65a471" providerId="ADAL" clId="{AF240C15-29DF-4A03-B90C-67679FDA531E}" dt="2022-11-16T08:23:51.223" v="2042" actId="20577"/>
          <ac:spMkLst>
            <pc:docMk/>
            <pc:sldMk cId="1155765524" sldId="2142532302"/>
            <ac:spMk id="10" creationId="{00000000-0000-0000-0000-000000000000}"/>
          </ac:spMkLst>
        </pc:spChg>
        <pc:picChg chg="add mod">
          <ac:chgData name="Bharath Hegde" userId="0c15919e-3c56-40ea-a505-9a31ad65a471" providerId="ADAL" clId="{AF240C15-29DF-4A03-B90C-67679FDA531E}" dt="2022-11-16T07:09:24.752" v="1205" actId="14100"/>
          <ac:picMkLst>
            <pc:docMk/>
            <pc:sldMk cId="1155765524" sldId="2142532302"/>
            <ac:picMk id="3" creationId="{15DCBA64-5428-4051-BC95-377299BECC50}"/>
          </ac:picMkLst>
        </pc:picChg>
        <pc:picChg chg="del">
          <ac:chgData name="Bharath Hegde" userId="0c15919e-3c56-40ea-a505-9a31ad65a471" providerId="ADAL" clId="{AF240C15-29DF-4A03-B90C-67679FDA531E}" dt="2022-11-16T07:09:16.622" v="1201" actId="478"/>
          <ac:picMkLst>
            <pc:docMk/>
            <pc:sldMk cId="1155765524" sldId="2142532302"/>
            <ac:picMk id="4" creationId="{87D1348E-A804-494E-B8F6-2534C05194FE}"/>
          </ac:picMkLst>
        </pc:picChg>
        <pc:picChg chg="add mod">
          <ac:chgData name="Bharath Hegde" userId="0c15919e-3c56-40ea-a505-9a31ad65a471" providerId="ADAL" clId="{AF240C15-29DF-4A03-B90C-67679FDA531E}" dt="2022-11-16T08:23:53.427" v="2043" actId="1076"/>
          <ac:picMkLst>
            <pc:docMk/>
            <pc:sldMk cId="1155765524" sldId="2142532302"/>
            <ac:picMk id="7" creationId="{E059A8B8-3E3D-4702-A8D3-B6C7B8CD5106}"/>
          </ac:picMkLst>
        </pc:picChg>
        <pc:cxnChg chg="mod ord">
          <ac:chgData name="Bharath Hegde" userId="0c15919e-3c56-40ea-a505-9a31ad65a471" providerId="ADAL" clId="{AF240C15-29DF-4A03-B90C-67679FDA531E}" dt="2022-11-16T07:25:14.703" v="1208" actId="1076"/>
          <ac:cxnSpMkLst>
            <pc:docMk/>
            <pc:sldMk cId="1155765524" sldId="2142532302"/>
            <ac:cxnSpMk id="14" creationId="{274CD5AD-B4DC-40F1-A82B-9535E4892616}"/>
          </ac:cxnSpMkLst>
        </pc:cxnChg>
        <pc:cxnChg chg="mod ord">
          <ac:chgData name="Bharath Hegde" userId="0c15919e-3c56-40ea-a505-9a31ad65a471" providerId="ADAL" clId="{AF240C15-29DF-4A03-B90C-67679FDA531E}" dt="2022-11-16T07:25:13.233" v="1207" actId="1076"/>
          <ac:cxnSpMkLst>
            <pc:docMk/>
            <pc:sldMk cId="1155765524" sldId="2142532302"/>
            <ac:cxnSpMk id="15" creationId="{6D88250A-85FC-4FC3-B6F1-CEDD352474F2}"/>
          </ac:cxnSpMkLst>
        </pc:cxnChg>
      </pc:sldChg>
      <pc:sldChg chg="addSp delSp modSp add mod">
        <pc:chgData name="Bharath Hegde" userId="0c15919e-3c56-40ea-a505-9a31ad65a471" providerId="ADAL" clId="{AF240C15-29DF-4A03-B90C-67679FDA531E}" dt="2022-11-16T08:51:27.446" v="2610" actId="5793"/>
        <pc:sldMkLst>
          <pc:docMk/>
          <pc:sldMk cId="3595535155" sldId="2142532303"/>
        </pc:sldMkLst>
        <pc:spChg chg="mod">
          <ac:chgData name="Bharath Hegde" userId="0c15919e-3c56-40ea-a505-9a31ad65a471" providerId="ADAL" clId="{AF240C15-29DF-4A03-B90C-67679FDA531E}" dt="2022-11-16T08:32:43.525" v="2387" actId="20577"/>
          <ac:spMkLst>
            <pc:docMk/>
            <pc:sldMk cId="3595535155" sldId="2142532303"/>
            <ac:spMk id="9" creationId="{00000000-0000-0000-0000-000000000000}"/>
          </ac:spMkLst>
        </pc:spChg>
        <pc:spChg chg="mod">
          <ac:chgData name="Bharath Hegde" userId="0c15919e-3c56-40ea-a505-9a31ad65a471" providerId="ADAL" clId="{AF240C15-29DF-4A03-B90C-67679FDA531E}" dt="2022-11-16T08:51:27.446" v="2610" actId="5793"/>
          <ac:spMkLst>
            <pc:docMk/>
            <pc:sldMk cId="3595535155" sldId="2142532303"/>
            <ac:spMk id="10" creationId="{00000000-0000-0000-0000-000000000000}"/>
          </ac:spMkLst>
        </pc:spChg>
        <pc:picChg chg="del">
          <ac:chgData name="Bharath Hegde" userId="0c15919e-3c56-40ea-a505-9a31ad65a471" providerId="ADAL" clId="{AF240C15-29DF-4A03-B90C-67679FDA531E}" dt="2022-11-16T08:20:52.474" v="1840" actId="478"/>
          <ac:picMkLst>
            <pc:docMk/>
            <pc:sldMk cId="3595535155" sldId="2142532303"/>
            <ac:picMk id="3" creationId="{15DCBA64-5428-4051-BC95-377299BECC50}"/>
          </ac:picMkLst>
        </pc:picChg>
        <pc:picChg chg="add del mod ord">
          <ac:chgData name="Bharath Hegde" userId="0c15919e-3c56-40ea-a505-9a31ad65a471" providerId="ADAL" clId="{AF240C15-29DF-4A03-B90C-67679FDA531E}" dt="2022-11-16T08:27:17.471" v="2376" actId="478"/>
          <ac:picMkLst>
            <pc:docMk/>
            <pc:sldMk cId="3595535155" sldId="2142532303"/>
            <ac:picMk id="4" creationId="{116E60DC-FA7F-4C3E-BAB7-46737D98F7AC}"/>
          </ac:picMkLst>
        </pc:picChg>
        <pc:picChg chg="add mod ord">
          <ac:chgData name="Bharath Hegde" userId="0c15919e-3c56-40ea-a505-9a31ad65a471" providerId="ADAL" clId="{AF240C15-29DF-4A03-B90C-67679FDA531E}" dt="2022-11-16T08:27:32.249" v="2380" actId="167"/>
          <ac:picMkLst>
            <pc:docMk/>
            <pc:sldMk cId="3595535155" sldId="2142532303"/>
            <ac:picMk id="7" creationId="{A8660714-4C7E-4294-B7E6-1F1B746CAF8F}"/>
          </ac:picMkLst>
        </pc:picChg>
      </pc:sldChg>
      <pc:sldChg chg="addSp delSp modSp add mod">
        <pc:chgData name="Bharath Hegde" userId="0c15919e-3c56-40ea-a505-9a31ad65a471" providerId="ADAL" clId="{AF240C15-29DF-4A03-B90C-67679FDA531E}" dt="2022-11-16T09:01:56.291" v="3208"/>
        <pc:sldMkLst>
          <pc:docMk/>
          <pc:sldMk cId="2565784285" sldId="2142532304"/>
        </pc:sldMkLst>
        <pc:spChg chg="mod">
          <ac:chgData name="Bharath Hegde" userId="0c15919e-3c56-40ea-a505-9a31ad65a471" providerId="ADAL" clId="{AF240C15-29DF-4A03-B90C-67679FDA531E}" dt="2022-11-16T08:52:10.600" v="2637" actId="14100"/>
          <ac:spMkLst>
            <pc:docMk/>
            <pc:sldMk cId="2565784285" sldId="2142532304"/>
            <ac:spMk id="9" creationId="{00000000-0000-0000-0000-000000000000}"/>
          </ac:spMkLst>
        </pc:spChg>
        <pc:spChg chg="mod">
          <ac:chgData name="Bharath Hegde" userId="0c15919e-3c56-40ea-a505-9a31ad65a471" providerId="ADAL" clId="{AF240C15-29DF-4A03-B90C-67679FDA531E}" dt="2022-11-16T09:01:56.291" v="3208"/>
          <ac:spMkLst>
            <pc:docMk/>
            <pc:sldMk cId="2565784285" sldId="2142532304"/>
            <ac:spMk id="10" creationId="{00000000-0000-0000-0000-000000000000}"/>
          </ac:spMkLst>
        </pc:spChg>
        <pc:picChg chg="add mod">
          <ac:chgData name="Bharath Hegde" userId="0c15919e-3c56-40ea-a505-9a31ad65a471" providerId="ADAL" clId="{AF240C15-29DF-4A03-B90C-67679FDA531E}" dt="2022-11-16T08:52:44.310" v="2643" actId="1076"/>
          <ac:picMkLst>
            <pc:docMk/>
            <pc:sldMk cId="2565784285" sldId="2142532304"/>
            <ac:picMk id="3" creationId="{F2743BE9-34A4-46CC-857C-18ACEE13E0C9}"/>
          </ac:picMkLst>
        </pc:picChg>
        <pc:picChg chg="add mod">
          <ac:chgData name="Bharath Hegde" userId="0c15919e-3c56-40ea-a505-9a31ad65a471" providerId="ADAL" clId="{AF240C15-29DF-4A03-B90C-67679FDA531E}" dt="2022-11-16T08:54:52.529" v="2647" actId="1076"/>
          <ac:picMkLst>
            <pc:docMk/>
            <pc:sldMk cId="2565784285" sldId="2142532304"/>
            <ac:picMk id="6" creationId="{C6DBCA45-031E-4569-98B9-5B5BBBFC8AA7}"/>
          </ac:picMkLst>
        </pc:picChg>
        <pc:picChg chg="del">
          <ac:chgData name="Bharath Hegde" userId="0c15919e-3c56-40ea-a505-9a31ad65a471" providerId="ADAL" clId="{AF240C15-29DF-4A03-B90C-67679FDA531E}" dt="2022-11-16T08:52:33.645" v="2638" actId="478"/>
          <ac:picMkLst>
            <pc:docMk/>
            <pc:sldMk cId="2565784285" sldId="2142532304"/>
            <ac:picMk id="7" creationId="{A8660714-4C7E-4294-B7E6-1F1B746CAF8F}"/>
          </ac:picMkLst>
        </pc:picChg>
      </pc:sldChg>
      <pc:sldChg chg="addSp delSp modSp add mod">
        <pc:chgData name="Bharath Hegde" userId="0c15919e-3c56-40ea-a505-9a31ad65a471" providerId="ADAL" clId="{AF240C15-29DF-4A03-B90C-67679FDA531E}" dt="2022-11-16T09:01:48.435" v="3206" actId="20577"/>
        <pc:sldMkLst>
          <pc:docMk/>
          <pc:sldMk cId="2182619447" sldId="2142532305"/>
        </pc:sldMkLst>
        <pc:spChg chg="mod">
          <ac:chgData name="Bharath Hegde" userId="0c15919e-3c56-40ea-a505-9a31ad65a471" providerId="ADAL" clId="{AF240C15-29DF-4A03-B90C-67679FDA531E}" dt="2022-11-16T09:01:48.435" v="3206" actId="20577"/>
          <ac:spMkLst>
            <pc:docMk/>
            <pc:sldMk cId="2182619447" sldId="2142532305"/>
            <ac:spMk id="10" creationId="{00000000-0000-0000-0000-000000000000}"/>
          </ac:spMkLst>
        </pc:spChg>
        <pc:picChg chg="del">
          <ac:chgData name="Bharath Hegde" userId="0c15919e-3c56-40ea-a505-9a31ad65a471" providerId="ADAL" clId="{AF240C15-29DF-4A03-B90C-67679FDA531E}" dt="2022-11-16T08:58:14.187" v="2952" actId="478"/>
          <ac:picMkLst>
            <pc:docMk/>
            <pc:sldMk cId="2182619447" sldId="2142532305"/>
            <ac:picMk id="3" creationId="{F2743BE9-34A4-46CC-857C-18ACEE13E0C9}"/>
          </ac:picMkLst>
        </pc:picChg>
        <pc:picChg chg="add mod ord">
          <ac:chgData name="Bharath Hegde" userId="0c15919e-3c56-40ea-a505-9a31ad65a471" providerId="ADAL" clId="{AF240C15-29DF-4A03-B90C-67679FDA531E}" dt="2022-11-16T08:58:42.887" v="2964" actId="1076"/>
          <ac:picMkLst>
            <pc:docMk/>
            <pc:sldMk cId="2182619447" sldId="2142532305"/>
            <ac:picMk id="4" creationId="{E378CB38-E5E6-4A82-B1ED-609D5F4BDE44}"/>
          </ac:picMkLst>
        </pc:picChg>
        <pc:picChg chg="del">
          <ac:chgData name="Bharath Hegde" userId="0c15919e-3c56-40ea-a505-9a31ad65a471" providerId="ADAL" clId="{AF240C15-29DF-4A03-B90C-67679FDA531E}" dt="2022-11-16T08:58:15.532" v="2953" actId="478"/>
          <ac:picMkLst>
            <pc:docMk/>
            <pc:sldMk cId="2182619447" sldId="2142532305"/>
            <ac:picMk id="6" creationId="{C6DBCA45-031E-4569-98B9-5B5BBBFC8AA7}"/>
          </ac:picMkLst>
        </pc:picChg>
        <pc:picChg chg="add mod">
          <ac:chgData name="Bharath Hegde" userId="0c15919e-3c56-40ea-a505-9a31ad65a471" providerId="ADAL" clId="{AF240C15-29DF-4A03-B90C-67679FDA531E}" dt="2022-11-16T08:58:37.520" v="2962" actId="1076"/>
          <ac:picMkLst>
            <pc:docMk/>
            <pc:sldMk cId="2182619447" sldId="2142532305"/>
            <ac:picMk id="8" creationId="{52450C6F-78F3-4D96-ACF1-BF76CB43C92C}"/>
          </ac:picMkLst>
        </pc:picChg>
      </pc:sldChg>
      <pc:sldChg chg="addSp delSp modSp add mod">
        <pc:chgData name="Bharath Hegde" userId="0c15919e-3c56-40ea-a505-9a31ad65a471" providerId="ADAL" clId="{AF240C15-29DF-4A03-B90C-67679FDA531E}" dt="2022-11-16T11:58:39.021" v="5475" actId="14100"/>
        <pc:sldMkLst>
          <pc:docMk/>
          <pc:sldMk cId="435219868" sldId="2142532306"/>
        </pc:sldMkLst>
        <pc:spChg chg="mod">
          <ac:chgData name="Bharath Hegde" userId="0c15919e-3c56-40ea-a505-9a31ad65a471" providerId="ADAL" clId="{AF240C15-29DF-4A03-B90C-67679FDA531E}" dt="2022-11-16T11:58:39.021" v="5475" actId="14100"/>
          <ac:spMkLst>
            <pc:docMk/>
            <pc:sldMk cId="435219868" sldId="2142532306"/>
            <ac:spMk id="9" creationId="{00000000-0000-0000-0000-000000000000}"/>
          </ac:spMkLst>
        </pc:spChg>
        <pc:spChg chg="add del mod">
          <ac:chgData name="Bharath Hegde" userId="0c15919e-3c56-40ea-a505-9a31ad65a471" providerId="ADAL" clId="{AF240C15-29DF-4A03-B90C-67679FDA531E}" dt="2022-11-16T10:42:27.021" v="5030" actId="255"/>
          <ac:spMkLst>
            <pc:docMk/>
            <pc:sldMk cId="435219868" sldId="2142532306"/>
            <ac:spMk id="10" creationId="{00000000-0000-0000-0000-000000000000}"/>
          </ac:spMkLst>
        </pc:spChg>
        <pc:spChg chg="add mod">
          <ac:chgData name="Bharath Hegde" userId="0c15919e-3c56-40ea-a505-9a31ad65a471" providerId="ADAL" clId="{AF240C15-29DF-4A03-B90C-67679FDA531E}" dt="2022-11-16T10:36:51.482" v="4655" actId="255"/>
          <ac:spMkLst>
            <pc:docMk/>
            <pc:sldMk cId="435219868" sldId="2142532306"/>
            <ac:spMk id="13" creationId="{DB4762A0-0E45-4A00-9D33-DEFECD869A94}"/>
          </ac:spMkLst>
        </pc:spChg>
        <pc:spChg chg="add mod">
          <ac:chgData name="Bharath Hegde" userId="0c15919e-3c56-40ea-a505-9a31ad65a471" providerId="ADAL" clId="{AF240C15-29DF-4A03-B90C-67679FDA531E}" dt="2022-11-16T10:42:43.580" v="5033" actId="255"/>
          <ac:spMkLst>
            <pc:docMk/>
            <pc:sldMk cId="435219868" sldId="2142532306"/>
            <ac:spMk id="17" creationId="{55CE77DC-532C-4689-95B5-921DC0CB974D}"/>
          </ac:spMkLst>
        </pc:spChg>
        <pc:spChg chg="add del mod">
          <ac:chgData name="Bharath Hegde" userId="0c15919e-3c56-40ea-a505-9a31ad65a471" providerId="ADAL" clId="{AF240C15-29DF-4A03-B90C-67679FDA531E}" dt="2022-11-16T10:37:13.343" v="4660"/>
          <ac:spMkLst>
            <pc:docMk/>
            <pc:sldMk cId="435219868" sldId="2142532306"/>
            <ac:spMk id="18" creationId="{4F74E9CA-F96F-4418-9438-DCE88666110D}"/>
          </ac:spMkLst>
        </pc:spChg>
        <pc:spChg chg="add mod">
          <ac:chgData name="Bharath Hegde" userId="0c15919e-3c56-40ea-a505-9a31ad65a471" providerId="ADAL" clId="{AF240C15-29DF-4A03-B90C-67679FDA531E}" dt="2022-11-16T11:23:47.167" v="5365" actId="20577"/>
          <ac:spMkLst>
            <pc:docMk/>
            <pc:sldMk cId="435219868" sldId="2142532306"/>
            <ac:spMk id="19" creationId="{1E19E1B4-605F-44B7-954B-E5CB626A08CA}"/>
          </ac:spMkLst>
        </pc:spChg>
        <pc:picChg chg="del">
          <ac:chgData name="Bharath Hegde" userId="0c15919e-3c56-40ea-a505-9a31ad65a471" providerId="ADAL" clId="{AF240C15-29DF-4A03-B90C-67679FDA531E}" dt="2022-11-16T09:07:08.872" v="3336" actId="478"/>
          <ac:picMkLst>
            <pc:docMk/>
            <pc:sldMk cId="435219868" sldId="2142532306"/>
            <ac:picMk id="4" creationId="{E378CB38-E5E6-4A82-B1ED-609D5F4BDE44}"/>
          </ac:picMkLst>
        </pc:picChg>
        <pc:picChg chg="del">
          <ac:chgData name="Bharath Hegde" userId="0c15919e-3c56-40ea-a505-9a31ad65a471" providerId="ADAL" clId="{AF240C15-29DF-4A03-B90C-67679FDA531E}" dt="2022-11-16T09:07:08.343" v="3335" actId="478"/>
          <ac:picMkLst>
            <pc:docMk/>
            <pc:sldMk cId="435219868" sldId="2142532306"/>
            <ac:picMk id="8" creationId="{52450C6F-78F3-4D96-ACF1-BF76CB43C92C}"/>
          </ac:picMkLst>
        </pc:picChg>
        <pc:picChg chg="del">
          <ac:chgData name="Bharath Hegde" userId="0c15919e-3c56-40ea-a505-9a31ad65a471" providerId="ADAL" clId="{AF240C15-29DF-4A03-B90C-67679FDA531E}" dt="2022-11-16T10:37:48.645" v="4667" actId="478"/>
          <ac:picMkLst>
            <pc:docMk/>
            <pc:sldMk cId="435219868" sldId="2142532306"/>
            <ac:picMk id="12" creationId="{A62ECE72-EC01-8B4E-AE73-9A8D4AEF4F3C}"/>
          </ac:picMkLst>
        </pc:picChg>
        <pc:picChg chg="del">
          <ac:chgData name="Bharath Hegde" userId="0c15919e-3c56-40ea-a505-9a31ad65a471" providerId="ADAL" clId="{AF240C15-29DF-4A03-B90C-67679FDA531E}" dt="2022-11-16T10:37:48.088" v="4666" actId="478"/>
          <ac:picMkLst>
            <pc:docMk/>
            <pc:sldMk cId="435219868" sldId="2142532306"/>
            <ac:picMk id="16" creationId="{A9926E86-B5CB-4500-85F1-EB56AFC1B0DB}"/>
          </ac:picMkLst>
        </pc:picChg>
        <pc:cxnChg chg="del">
          <ac:chgData name="Bharath Hegde" userId="0c15919e-3c56-40ea-a505-9a31ad65a471" providerId="ADAL" clId="{AF240C15-29DF-4A03-B90C-67679FDA531E}" dt="2022-11-16T09:07:10.266" v="3337" actId="478"/>
          <ac:cxnSpMkLst>
            <pc:docMk/>
            <pc:sldMk cId="435219868" sldId="2142532306"/>
            <ac:cxnSpMk id="14" creationId="{274CD5AD-B4DC-40F1-A82B-9535E4892616}"/>
          </ac:cxnSpMkLst>
        </pc:cxnChg>
        <pc:cxnChg chg="del">
          <ac:chgData name="Bharath Hegde" userId="0c15919e-3c56-40ea-a505-9a31ad65a471" providerId="ADAL" clId="{AF240C15-29DF-4A03-B90C-67679FDA531E}" dt="2022-11-16T09:07:10.808" v="3338" actId="478"/>
          <ac:cxnSpMkLst>
            <pc:docMk/>
            <pc:sldMk cId="435219868" sldId="2142532306"/>
            <ac:cxnSpMk id="15" creationId="{6D88250A-85FC-4FC3-B6F1-CEDD352474F2}"/>
          </ac:cxnSpMkLst>
        </pc:cxnChg>
      </pc:sldChg>
      <pc:sldChg chg="delSp modSp add mod">
        <pc:chgData name="Bharath Hegde" userId="0c15919e-3c56-40ea-a505-9a31ad65a471" providerId="ADAL" clId="{AF240C15-29DF-4A03-B90C-67679FDA531E}" dt="2022-11-16T11:19:04.500" v="5300" actId="20577"/>
        <pc:sldMkLst>
          <pc:docMk/>
          <pc:sldMk cId="1051223974" sldId="2142532307"/>
        </pc:sldMkLst>
        <pc:spChg chg="del mod">
          <ac:chgData name="Bharath Hegde" userId="0c15919e-3c56-40ea-a505-9a31ad65a471" providerId="ADAL" clId="{AF240C15-29DF-4A03-B90C-67679FDA531E}" dt="2022-11-16T10:43:01.939" v="5037" actId="478"/>
          <ac:spMkLst>
            <pc:docMk/>
            <pc:sldMk cId="1051223974" sldId="2142532307"/>
            <ac:spMk id="9" creationId="{00000000-0000-0000-0000-000000000000}"/>
          </ac:spMkLst>
        </pc:spChg>
        <pc:spChg chg="mod">
          <ac:chgData name="Bharath Hegde" userId="0c15919e-3c56-40ea-a505-9a31ad65a471" providerId="ADAL" clId="{AF240C15-29DF-4A03-B90C-67679FDA531E}" dt="2022-11-16T11:19:04.500" v="5300" actId="20577"/>
          <ac:spMkLst>
            <pc:docMk/>
            <pc:sldMk cId="1051223974" sldId="2142532307"/>
            <ac:spMk id="10" creationId="{00000000-0000-0000-0000-000000000000}"/>
          </ac:spMkLst>
        </pc:spChg>
        <pc:spChg chg="mod">
          <ac:chgData name="Bharath Hegde" userId="0c15919e-3c56-40ea-a505-9a31ad65a471" providerId="ADAL" clId="{AF240C15-29DF-4A03-B90C-67679FDA531E}" dt="2022-11-16T10:43:10.504" v="5043" actId="1076"/>
          <ac:spMkLst>
            <pc:docMk/>
            <pc:sldMk cId="1051223974" sldId="2142532307"/>
            <ac:spMk id="13" creationId="{DB4762A0-0E45-4A00-9D33-DEFECD869A94}"/>
          </ac:spMkLst>
        </pc:spChg>
        <pc:spChg chg="del mod">
          <ac:chgData name="Bharath Hegde" userId="0c15919e-3c56-40ea-a505-9a31ad65a471" providerId="ADAL" clId="{AF240C15-29DF-4A03-B90C-67679FDA531E}" dt="2022-11-16T10:43:18.507" v="5047" actId="478"/>
          <ac:spMkLst>
            <pc:docMk/>
            <pc:sldMk cId="1051223974" sldId="2142532307"/>
            <ac:spMk id="17" creationId="{55CE77DC-532C-4689-95B5-921DC0CB974D}"/>
          </ac:spMkLst>
        </pc:spChg>
        <pc:spChg chg="del mod">
          <ac:chgData name="Bharath Hegde" userId="0c15919e-3c56-40ea-a505-9a31ad65a471" providerId="ADAL" clId="{AF240C15-29DF-4A03-B90C-67679FDA531E}" dt="2022-11-16T10:43:20.389" v="5048" actId="478"/>
          <ac:spMkLst>
            <pc:docMk/>
            <pc:sldMk cId="1051223974" sldId="2142532307"/>
            <ac:spMk id="19" creationId="{1E19E1B4-605F-44B7-954B-E5CB626A08CA}"/>
          </ac:spMkLst>
        </pc:spChg>
      </pc:sldChg>
      <pc:sldChg chg="addSp delSp modSp add mod">
        <pc:chgData name="Bharath Hegde" userId="0c15919e-3c56-40ea-a505-9a31ad65a471" providerId="ADAL" clId="{AF240C15-29DF-4A03-B90C-67679FDA531E}" dt="2022-11-16T13:34:53.008" v="5549" actId="14100"/>
        <pc:sldMkLst>
          <pc:docMk/>
          <pc:sldMk cId="730466192" sldId="2142532308"/>
        </pc:sldMkLst>
        <pc:spChg chg="mod">
          <ac:chgData name="Bharath Hegde" userId="0c15919e-3c56-40ea-a505-9a31ad65a471" providerId="ADAL" clId="{AF240C15-29DF-4A03-B90C-67679FDA531E}" dt="2022-11-16T11:54:01.592" v="5400" actId="20577"/>
          <ac:spMkLst>
            <pc:docMk/>
            <pc:sldMk cId="730466192" sldId="2142532308"/>
            <ac:spMk id="10" creationId="{00000000-0000-0000-0000-000000000000}"/>
          </ac:spMkLst>
        </pc:spChg>
        <pc:spChg chg="mod">
          <ac:chgData name="Bharath Hegde" userId="0c15919e-3c56-40ea-a505-9a31ad65a471" providerId="ADAL" clId="{AF240C15-29DF-4A03-B90C-67679FDA531E}" dt="2022-11-16T11:54:36.943" v="5460" actId="20577"/>
          <ac:spMkLst>
            <pc:docMk/>
            <pc:sldMk cId="730466192" sldId="2142532308"/>
            <ac:spMk id="13" creationId="{DB4762A0-0E45-4A00-9D33-DEFECD869A94}"/>
          </ac:spMkLst>
        </pc:spChg>
        <pc:spChg chg="add mod">
          <ac:chgData name="Bharath Hegde" userId="0c15919e-3c56-40ea-a505-9a31ad65a471" providerId="ADAL" clId="{AF240C15-29DF-4A03-B90C-67679FDA531E}" dt="2022-11-16T13:32:25.049" v="5525" actId="14100"/>
          <ac:spMkLst>
            <pc:docMk/>
            <pc:sldMk cId="730466192" sldId="2142532308"/>
            <ac:spMk id="14" creationId="{A9646CEA-A019-4B20-B7A0-BA939B07BE46}"/>
          </ac:spMkLst>
        </pc:spChg>
        <pc:spChg chg="add mod">
          <ac:chgData name="Bharath Hegde" userId="0c15919e-3c56-40ea-a505-9a31ad65a471" providerId="ADAL" clId="{AF240C15-29DF-4A03-B90C-67679FDA531E}" dt="2022-11-16T13:32:45.715" v="5548" actId="20577"/>
          <ac:spMkLst>
            <pc:docMk/>
            <pc:sldMk cId="730466192" sldId="2142532308"/>
            <ac:spMk id="15" creationId="{EB00EACD-4B78-47FB-9791-757458BEEF55}"/>
          </ac:spMkLst>
        </pc:spChg>
        <pc:picChg chg="add mod">
          <ac:chgData name="Bharath Hegde" userId="0c15919e-3c56-40ea-a505-9a31ad65a471" providerId="ADAL" clId="{AF240C15-29DF-4A03-B90C-67679FDA531E}" dt="2022-11-16T13:31:51.748" v="5510" actId="1076"/>
          <ac:picMkLst>
            <pc:docMk/>
            <pc:sldMk cId="730466192" sldId="2142532308"/>
            <ac:picMk id="3" creationId="{54700A14-2E48-4B24-9BBC-B54571F1627C}"/>
          </ac:picMkLst>
        </pc:picChg>
        <pc:picChg chg="add del mod">
          <ac:chgData name="Bharath Hegde" userId="0c15919e-3c56-40ea-a505-9a31ad65a471" providerId="ADAL" clId="{AF240C15-29DF-4A03-B90C-67679FDA531E}" dt="2022-11-16T13:28:59.335" v="5477"/>
          <ac:picMkLst>
            <pc:docMk/>
            <pc:sldMk cId="730466192" sldId="2142532308"/>
            <ac:picMk id="6" creationId="{039B509D-5E91-4712-A45B-DFC855451AFE}"/>
          </ac:picMkLst>
        </pc:picChg>
        <pc:picChg chg="add del mod">
          <ac:chgData name="Bharath Hegde" userId="0c15919e-3c56-40ea-a505-9a31ad65a471" providerId="ADAL" clId="{AF240C15-29DF-4A03-B90C-67679FDA531E}" dt="2022-11-16T13:29:43.814" v="5500" actId="478"/>
          <ac:picMkLst>
            <pc:docMk/>
            <pc:sldMk cId="730466192" sldId="2142532308"/>
            <ac:picMk id="8" creationId="{1978015A-629A-4D98-809A-3621084E3052}"/>
          </ac:picMkLst>
        </pc:picChg>
        <pc:picChg chg="add mod">
          <ac:chgData name="Bharath Hegde" userId="0c15919e-3c56-40ea-a505-9a31ad65a471" providerId="ADAL" clId="{AF240C15-29DF-4A03-B90C-67679FDA531E}" dt="2022-11-16T13:34:53.008" v="5549" actId="14100"/>
          <ac:picMkLst>
            <pc:docMk/>
            <pc:sldMk cId="730466192" sldId="2142532308"/>
            <ac:picMk id="12" creationId="{5927D29A-CAC3-4AF6-8FD9-E9AA2A57C3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6C3F9-E8B5-46EA-968F-69E04893B696}" type="datetimeFigureOut">
              <a:rPr lang="en-US" smtClean="0"/>
              <a:t>11/11/2022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622CF-BE84-4750-AACC-C7D388144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6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4E69C-C28A-4BE6-BE89-71D8FB2035F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58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" r="7"/>
          <a:stretch/>
        </p:blipFill>
        <p:spPr bwMode="gray">
          <a:xfrm>
            <a:off x="2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 bwMode="gray">
          <a:xfrm>
            <a:off x="334963" y="365752"/>
            <a:ext cx="1528942" cy="2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900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 bwMode="gray">
          <a:xfrm>
            <a:off x="340519" y="5000633"/>
            <a:ext cx="10112937" cy="224432"/>
          </a:xfrm>
        </p:spPr>
        <p:txBody>
          <a:bodyPr lIns="0" tIns="0" rIns="0" bIns="0" anchor="b"/>
          <a:lstStyle>
            <a:lvl1pPr marL="1588" indent="0">
              <a:buFont typeface="Arial" panose="020B0604020202020204" pitchFamily="34" charset="0"/>
              <a:buNone/>
              <a:defRPr sz="1000" cap="all" baseline="0"/>
            </a:lvl1pPr>
            <a:lvl2pPr marL="1588" indent="0">
              <a:buNone/>
              <a:defRPr sz="1000" cap="all" baseline="0"/>
            </a:lvl2pPr>
            <a:lvl3pPr marL="1588" indent="0">
              <a:buNone/>
              <a:defRPr sz="1000" cap="all" baseline="0"/>
            </a:lvl3pPr>
            <a:lvl4pPr marL="1588" indent="0">
              <a:buNone/>
              <a:defRPr sz="1000" cap="all" baseline="0"/>
            </a:lvl4pPr>
            <a:lvl5pPr marL="1588" indent="0">
              <a:buNone/>
              <a:defRPr sz="1000" cap="all" baseline="0"/>
            </a:lvl5pPr>
            <a:lvl6pPr marL="1588" indent="0">
              <a:buNone/>
              <a:defRPr sz="1000" cap="all" baseline="0"/>
            </a:lvl6pPr>
            <a:lvl7pPr marL="1588" indent="0">
              <a:buNone/>
              <a:defRPr sz="1000" cap="all" baseline="0"/>
            </a:lvl7pPr>
            <a:lvl8pPr marL="1588" indent="0">
              <a:buNone/>
              <a:defRPr sz="1000" cap="all" baseline="0"/>
            </a:lvl8pPr>
            <a:lvl9pPr marL="1588" indent="0">
              <a:buNone/>
              <a:defRPr sz="1000" cap="all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340519" y="5205567"/>
            <a:ext cx="10112148" cy="504000"/>
          </a:xfr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340520" y="5751514"/>
            <a:ext cx="10112147" cy="360865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 bwMode="gray">
          <a:xfrm>
            <a:off x="340519" y="6109996"/>
            <a:ext cx="10112937" cy="280092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 bwMode="gray">
          <a:xfrm>
            <a:off x="249357" y="4828013"/>
            <a:ext cx="550971" cy="15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3200" b="1" dirty="0">
                <a:solidFill>
                  <a:schemeClr val="bg2"/>
                </a:solidFill>
              </a:rPr>
              <a:t>—</a:t>
            </a:r>
            <a:endParaRPr lang="en-US" sz="3200" b="1" dirty="0" err="1">
              <a:solidFill>
                <a:schemeClr val="bg2"/>
              </a:solidFill>
            </a:endParaRPr>
          </a:p>
        </p:txBody>
      </p:sp>
      <p:pic>
        <p:nvPicPr>
          <p:cNvPr id="10" name="Picture 19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643" y="6160150"/>
            <a:ext cx="873621" cy="33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: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Placeholder 10"/>
          <p:cNvPicPr>
            <a:picLocks noChangeAspect="1"/>
          </p:cNvPicPr>
          <p:nvPr userDrawn="1"/>
        </p:nvPicPr>
        <p:blipFill rotWithShape="1">
          <a:blip r:embed="rId2"/>
          <a:srcRect t="21637" b="21637"/>
          <a:stretch/>
        </p:blipFill>
        <p:spPr bwMode="gray">
          <a:xfrm>
            <a:off x="2" y="0"/>
            <a:ext cx="12192000" cy="4610100"/>
          </a:xfrm>
          <a:prstGeom prst="rect">
            <a:avLst/>
          </a:prstGeom>
        </p:spPr>
      </p:pic>
      <p:sp>
        <p:nvSpPr>
          <p:cNvPr id="22" name="Text Placeholder 5"/>
          <p:cNvSpPr>
            <a:spLocks noGrp="1"/>
          </p:cNvSpPr>
          <p:nvPr>
            <p:ph type="body" sz="quarter" idx="16"/>
          </p:nvPr>
        </p:nvSpPr>
        <p:spPr bwMode="gray">
          <a:xfrm>
            <a:off x="335757" y="365752"/>
            <a:ext cx="1528942" cy="2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900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 bwMode="gray">
          <a:xfrm>
            <a:off x="340519" y="5000633"/>
            <a:ext cx="10112937" cy="224432"/>
          </a:xfrm>
        </p:spPr>
        <p:txBody>
          <a:bodyPr lIns="0" tIns="0" rIns="0" bIns="0" anchor="b"/>
          <a:lstStyle>
            <a:lvl1pPr marL="1588" indent="0">
              <a:buFont typeface="Arial" panose="020B0604020202020204" pitchFamily="34" charset="0"/>
              <a:buNone/>
              <a:defRPr sz="1000" cap="all" baseline="0"/>
            </a:lvl1pPr>
            <a:lvl2pPr marL="1588" indent="0">
              <a:buNone/>
              <a:defRPr sz="1000" cap="all" baseline="0"/>
            </a:lvl2pPr>
            <a:lvl3pPr marL="1588" indent="0">
              <a:buNone/>
              <a:defRPr sz="1000" cap="all" baseline="0"/>
            </a:lvl3pPr>
            <a:lvl4pPr marL="1588" indent="0">
              <a:buNone/>
              <a:defRPr sz="1000" cap="all" baseline="0"/>
            </a:lvl4pPr>
            <a:lvl5pPr marL="1588" indent="0">
              <a:buNone/>
              <a:defRPr sz="1000" cap="all" baseline="0"/>
            </a:lvl5pPr>
            <a:lvl6pPr marL="1588" indent="0">
              <a:buNone/>
              <a:defRPr sz="1000" cap="all" baseline="0"/>
            </a:lvl6pPr>
            <a:lvl7pPr marL="1588" indent="0">
              <a:buNone/>
              <a:defRPr sz="1000" cap="all" baseline="0"/>
            </a:lvl7pPr>
            <a:lvl8pPr marL="1588" indent="0">
              <a:buNone/>
              <a:defRPr sz="1000" cap="all" baseline="0"/>
            </a:lvl8pPr>
            <a:lvl9pPr marL="1588" indent="0">
              <a:buNone/>
              <a:defRPr sz="1000" cap="all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 bwMode="gray">
          <a:xfrm>
            <a:off x="340519" y="5205566"/>
            <a:ext cx="10112148" cy="504001"/>
          </a:xfr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 bwMode="gray">
          <a:xfrm>
            <a:off x="340519" y="5751514"/>
            <a:ext cx="10112147" cy="360865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4"/>
          </p:nvPr>
        </p:nvSpPr>
        <p:spPr bwMode="gray">
          <a:xfrm>
            <a:off x="340519" y="6109996"/>
            <a:ext cx="10112937" cy="280092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 bwMode="gray">
          <a:xfrm>
            <a:off x="249357" y="4828013"/>
            <a:ext cx="550971" cy="15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3200" b="1" dirty="0">
                <a:solidFill>
                  <a:schemeClr val="bg2"/>
                </a:solidFill>
              </a:rPr>
              <a:t>—</a:t>
            </a:r>
            <a:endParaRPr lang="en-US" sz="3200" b="1" dirty="0" err="1">
              <a:solidFill>
                <a:schemeClr val="bg2"/>
              </a:solidFill>
            </a:endParaRPr>
          </a:p>
        </p:txBody>
      </p:sp>
      <p:pic>
        <p:nvPicPr>
          <p:cNvPr id="14" name="Picture 19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643" y="6160150"/>
            <a:ext cx="873621" cy="33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05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: 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 bwMode="gray">
          <a:xfrm>
            <a:off x="2" y="0"/>
            <a:ext cx="12192000" cy="46101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6"/>
          </p:nvPr>
        </p:nvSpPr>
        <p:spPr bwMode="gray">
          <a:xfrm>
            <a:off x="334963" y="365752"/>
            <a:ext cx="1528942" cy="2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900" cap="all" baseline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900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3"/>
          </p:nvPr>
        </p:nvSpPr>
        <p:spPr bwMode="gray">
          <a:xfrm>
            <a:off x="340519" y="5000633"/>
            <a:ext cx="10112937" cy="224432"/>
          </a:xfrm>
        </p:spPr>
        <p:txBody>
          <a:bodyPr lIns="0" tIns="0" rIns="0" bIns="0" anchor="b"/>
          <a:lstStyle>
            <a:lvl1pPr marL="1588" indent="0">
              <a:buFont typeface="Arial" panose="020B0604020202020204" pitchFamily="34" charset="0"/>
              <a:buNone/>
              <a:defRPr sz="1000" cap="all" baseline="0"/>
            </a:lvl1pPr>
            <a:lvl2pPr marL="1588" indent="0">
              <a:buNone/>
              <a:defRPr sz="1000" cap="all" baseline="0"/>
            </a:lvl2pPr>
            <a:lvl3pPr marL="1588" indent="0">
              <a:buNone/>
              <a:defRPr sz="1000" cap="all" baseline="0"/>
            </a:lvl3pPr>
            <a:lvl4pPr marL="1588" indent="0">
              <a:buNone/>
              <a:defRPr sz="1000" cap="all" baseline="0"/>
            </a:lvl4pPr>
            <a:lvl5pPr marL="1588" indent="0">
              <a:buNone/>
              <a:defRPr sz="1000" cap="all" baseline="0"/>
            </a:lvl5pPr>
            <a:lvl6pPr marL="1588" indent="0">
              <a:buNone/>
              <a:defRPr sz="1000" cap="all" baseline="0"/>
            </a:lvl6pPr>
            <a:lvl7pPr marL="1588" indent="0">
              <a:buNone/>
              <a:defRPr sz="1000" cap="all" baseline="0"/>
            </a:lvl7pPr>
            <a:lvl8pPr marL="1588" indent="0">
              <a:buNone/>
              <a:defRPr sz="1000" cap="all" baseline="0"/>
            </a:lvl8pPr>
            <a:lvl9pPr marL="1588" indent="0">
              <a:buNone/>
              <a:defRPr sz="1000" cap="all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 bwMode="gray">
          <a:xfrm>
            <a:off x="340519" y="5205566"/>
            <a:ext cx="10112148" cy="504001"/>
          </a:xfr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 bwMode="gray">
          <a:xfrm>
            <a:off x="340519" y="5751514"/>
            <a:ext cx="10112147" cy="360865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4"/>
          </p:nvPr>
        </p:nvSpPr>
        <p:spPr bwMode="gray">
          <a:xfrm>
            <a:off x="340519" y="6109996"/>
            <a:ext cx="10112937" cy="280092"/>
          </a:xfr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  <a:lvl6pPr marL="0" indent="0">
              <a:buNone/>
              <a:defRPr/>
            </a:lvl6pPr>
            <a:lvl7pPr marL="0" indent="0">
              <a:buNone/>
              <a:defRPr/>
            </a:lvl7pPr>
            <a:lvl8pPr marL="0" indent="0">
              <a:buNone/>
              <a:defRPr/>
            </a:lvl8pPr>
            <a:lvl9pPr marL="0" indent="0">
              <a:buNone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Rectangle 17"/>
          <p:cNvSpPr/>
          <p:nvPr userDrawn="1"/>
        </p:nvSpPr>
        <p:spPr bwMode="gray">
          <a:xfrm>
            <a:off x="249357" y="4828013"/>
            <a:ext cx="550971" cy="15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3200" b="1" dirty="0">
                <a:solidFill>
                  <a:schemeClr val="bg2"/>
                </a:solidFill>
              </a:rPr>
              <a:t>—</a:t>
            </a:r>
            <a:endParaRPr lang="en-US" sz="3200" b="1" dirty="0" err="1">
              <a:solidFill>
                <a:schemeClr val="bg2"/>
              </a:solidFill>
            </a:endParaRPr>
          </a:p>
        </p:txBody>
      </p:sp>
      <p:pic>
        <p:nvPicPr>
          <p:cNvPr id="14" name="Picture 1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643" y="6160150"/>
            <a:ext cx="873621" cy="33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00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: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b="6897"/>
          <a:stretch/>
        </p:blipFill>
        <p:spPr bwMode="gray">
          <a:xfrm>
            <a:off x="1" y="0"/>
            <a:ext cx="1219884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54DE7E8-58C9-4B5A-B686-53E1B76B68C9}"/>
              </a:ext>
            </a:extLst>
          </p:cNvPr>
          <p:cNvSpPr/>
          <p:nvPr userDrawn="1"/>
        </p:nvSpPr>
        <p:spPr bwMode="gray">
          <a:xfrm>
            <a:off x="244800" y="414450"/>
            <a:ext cx="413300" cy="15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3200" b="1" dirty="0">
                <a:solidFill>
                  <a:schemeClr val="bg1"/>
                </a:solidFill>
              </a:rPr>
              <a:t>—</a:t>
            </a:r>
            <a:endParaRPr lang="en-US" sz="3200" b="1" dirty="0" err="1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6BA06A1-F808-4CBA-9D28-8D357F795D4C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35756" y="718060"/>
            <a:ext cx="11521282" cy="504000"/>
          </a:xfrm>
        </p:spPr>
        <p:txBody>
          <a:bodyPr lIns="0" tIns="0" rIns="0" bIns="0"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7CD425E-9028-4049-A9A0-DC6F9DF0806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35757" y="1264007"/>
            <a:ext cx="11521281" cy="360865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14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: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gray">
          <a:xfrm>
            <a:off x="2" y="0"/>
            <a:ext cx="12192000" cy="6858000"/>
          </a:xfrm>
          <a:prstGeom prst="rect">
            <a:avLst/>
          </a:prstGeom>
          <a:solidFill>
            <a:srgbClr val="FF000F"/>
          </a:solidFill>
          <a:ln w="25400" cap="flat" cmpd="sng" algn="ctr">
            <a:noFill/>
            <a:prstDash val="solid"/>
          </a:ln>
          <a:effectLst/>
        </p:spPr>
        <p:txBody>
          <a:bodyPr lIns="72009" tIns="72009" rIns="72009" bIns="72009" rtlCol="0" anchor="ctr"/>
          <a:lstStyle/>
          <a:p>
            <a:pPr marL="0" marR="0" lvl="0" indent="0" algn="ctr" defTabSz="91449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A90620-6E53-42BB-807B-70CAD0710CDD}"/>
              </a:ext>
            </a:extLst>
          </p:cNvPr>
          <p:cNvSpPr/>
          <p:nvPr userDrawn="1"/>
        </p:nvSpPr>
        <p:spPr bwMode="gray">
          <a:xfrm>
            <a:off x="244800" y="414450"/>
            <a:ext cx="413300" cy="15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3200" b="1" dirty="0">
                <a:solidFill>
                  <a:schemeClr val="bg1"/>
                </a:solidFill>
              </a:rPr>
              <a:t>—</a:t>
            </a:r>
            <a:endParaRPr lang="en-US" sz="3200" b="1" dirty="0" err="1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B34BC21-AFED-46B1-8268-92A7B5BBDEE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35756" y="718060"/>
            <a:ext cx="11521282" cy="504000"/>
          </a:xfrm>
        </p:spPr>
        <p:txBody>
          <a:bodyPr lIns="0" tIns="0" rIns="0" bIns="0"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C1FE702-2A26-4886-8C77-E6510DB1849C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35757" y="1264007"/>
            <a:ext cx="11521281" cy="360865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4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: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884551-BCA1-4427-92BF-DB5CAA0DDF08}"/>
              </a:ext>
            </a:extLst>
          </p:cNvPr>
          <p:cNvSpPr/>
          <p:nvPr userDrawn="1"/>
        </p:nvSpPr>
        <p:spPr bwMode="gray">
          <a:xfrm>
            <a:off x="244800" y="414450"/>
            <a:ext cx="413300" cy="15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3200" b="1" dirty="0">
                <a:solidFill>
                  <a:schemeClr val="bg2"/>
                </a:solidFill>
              </a:rPr>
              <a:t>—</a:t>
            </a:r>
            <a:endParaRPr lang="en-US" sz="3200" b="1" dirty="0" err="1">
              <a:solidFill>
                <a:schemeClr val="bg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C380CA-95DB-45F2-99D5-3A1E2DF54CD3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35756" y="718060"/>
            <a:ext cx="11521282" cy="504000"/>
          </a:xfrm>
        </p:spPr>
        <p:txBody>
          <a:bodyPr lIns="0" tIns="0" rIns="0" bIns="0"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E182003-2699-4135-A685-461A4D33947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35757" y="1264007"/>
            <a:ext cx="11521281" cy="360865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9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: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7"/>
          </p:nvPr>
        </p:nvSpPr>
        <p:spPr bwMode="gray">
          <a:xfrm>
            <a:off x="332367" y="1931197"/>
            <a:ext cx="11520897" cy="3980439"/>
          </a:xfrm>
        </p:spPr>
        <p:txBody>
          <a:bodyPr/>
          <a:lstStyle>
            <a:lvl1pPr>
              <a:spcBef>
                <a:spcPts val="900"/>
              </a:spcBef>
              <a:defRPr sz="2000"/>
            </a:lvl1pPr>
            <a:lvl2pPr marL="0" indent="0">
              <a:spcBef>
                <a:spcPts val="900"/>
              </a:spcBef>
              <a:buNone/>
              <a:defRPr sz="2000">
                <a:solidFill>
                  <a:schemeClr val="accent4"/>
                </a:solidFill>
              </a:defRPr>
            </a:lvl2pPr>
            <a:lvl3pPr marL="252025" indent="-252025">
              <a:spcBef>
                <a:spcPts val="900"/>
              </a:spcBef>
              <a:buClr>
                <a:schemeClr val="accent4"/>
              </a:buClr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3pPr>
            <a:lvl4pPr marL="252025" indent="-252025">
              <a:spcBef>
                <a:spcPts val="900"/>
              </a:spcBef>
              <a:buClr>
                <a:schemeClr val="accent4"/>
              </a:buClr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4pPr>
            <a:lvl5pPr marL="252025" indent="-252025">
              <a:spcBef>
                <a:spcPts val="900"/>
              </a:spcBef>
              <a:buClr>
                <a:schemeClr val="accent4"/>
              </a:buClr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5pPr>
            <a:lvl6pPr marL="252025" indent="-252025">
              <a:spcBef>
                <a:spcPts val="900"/>
              </a:spcBef>
              <a:buClr>
                <a:schemeClr val="accent4"/>
              </a:buClr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6pPr>
            <a:lvl7pPr marL="252025" indent="-252025">
              <a:spcBef>
                <a:spcPts val="900"/>
              </a:spcBef>
              <a:buClr>
                <a:schemeClr val="accent4"/>
              </a:buClr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7pPr>
            <a:lvl8pPr marL="252025" indent="-252025">
              <a:spcBef>
                <a:spcPts val="900"/>
              </a:spcBef>
              <a:buClr>
                <a:schemeClr val="accent4"/>
              </a:buClr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8pPr>
            <a:lvl9pPr marL="252025" indent="-252025">
              <a:spcBef>
                <a:spcPts val="900"/>
              </a:spcBef>
              <a:buClr>
                <a:schemeClr val="accent4"/>
              </a:buClr>
              <a:buFont typeface="Symbol" panose="05050102010706020507" pitchFamily="18" charset="2"/>
              <a:buChar char=""/>
              <a:defRPr sz="2000">
                <a:solidFill>
                  <a:schemeClr val="accent4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F7AFF65D-AAB4-46ED-A858-A6BA48891152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18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: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21"/>
          </p:nvPr>
        </p:nvSpPr>
        <p:spPr bwMode="gray">
          <a:xfrm>
            <a:off x="332367" y="1931197"/>
            <a:ext cx="11520000" cy="398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>
          <a:xfrm>
            <a:off x="333264" y="682313"/>
            <a:ext cx="11520000" cy="39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FFAB2352-921F-4DD8-A99A-A1474F6943FF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3264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9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: Content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21"/>
          </p:nvPr>
        </p:nvSpPr>
        <p:spPr bwMode="gray">
          <a:xfrm>
            <a:off x="332367" y="1931195"/>
            <a:ext cx="11520000" cy="34309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gray">
          <a:xfrm>
            <a:off x="333264" y="682313"/>
            <a:ext cx="11520000" cy="39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FFAB2352-921F-4DD8-A99A-A1474F6943FF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2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29"/>
          </p:nvPr>
        </p:nvSpPr>
        <p:spPr bwMode="gray">
          <a:xfrm>
            <a:off x="332362" y="5453066"/>
            <a:ext cx="11520000" cy="460375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4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: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17488BFE-015E-452C-932B-DB979AC8F282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4139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2368" y="1931192"/>
            <a:ext cx="115200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15"/>
          <p:cNvSpPr>
            <a:spLocks noGrp="1"/>
          </p:cNvSpPr>
          <p:nvPr>
            <p:ph sz="quarter" idx="19"/>
          </p:nvPr>
        </p:nvSpPr>
        <p:spPr bwMode="gray">
          <a:xfrm>
            <a:off x="332367" y="2317637"/>
            <a:ext cx="11520000" cy="3594212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 bwMode="gray">
          <a:xfrm>
            <a:off x="332368" y="2238495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16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: Title (5) &amp; Content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D8D4DCBA-4C7A-4489-854D-9CAAB7BC53A0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 bwMode="gray">
          <a:xfrm>
            <a:off x="4271664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 bwMode="gray">
          <a:xfrm>
            <a:off x="8210064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4271664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8210064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33264" y="4103378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 bwMode="gray">
          <a:xfrm>
            <a:off x="333264" y="4410680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 bwMode="gray">
          <a:xfrm>
            <a:off x="4271664" y="4410680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 bwMode="gray">
          <a:xfrm>
            <a:off x="8210064" y="4410680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Text Placeholder 11"/>
          <p:cNvSpPr>
            <a:spLocks noGrp="1"/>
          </p:cNvSpPr>
          <p:nvPr>
            <p:ph type="body" sz="quarter" idx="20"/>
          </p:nvPr>
        </p:nvSpPr>
        <p:spPr bwMode="gray">
          <a:xfrm>
            <a:off x="4271664" y="4103378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1"/>
          </p:nvPr>
        </p:nvSpPr>
        <p:spPr bwMode="gray">
          <a:xfrm>
            <a:off x="8210064" y="4103378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3" y="1931195"/>
            <a:ext cx="3643200" cy="180926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Content Placeholder 3"/>
          <p:cNvSpPr>
            <a:spLocks noGrp="1"/>
          </p:cNvSpPr>
          <p:nvPr>
            <p:ph sz="quarter" idx="24"/>
          </p:nvPr>
        </p:nvSpPr>
        <p:spPr bwMode="gray">
          <a:xfrm>
            <a:off x="4271664" y="2317641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8210064" y="2317641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3"/>
          <p:cNvSpPr>
            <a:spLocks noGrp="1"/>
          </p:cNvSpPr>
          <p:nvPr>
            <p:ph sz="quarter" idx="26"/>
          </p:nvPr>
        </p:nvSpPr>
        <p:spPr bwMode="gray">
          <a:xfrm>
            <a:off x="333263" y="4489826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4271664" y="4489826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Content Placeholder 3"/>
          <p:cNvSpPr>
            <a:spLocks noGrp="1"/>
          </p:cNvSpPr>
          <p:nvPr>
            <p:ph sz="quarter" idx="28"/>
          </p:nvPr>
        </p:nvSpPr>
        <p:spPr bwMode="gray">
          <a:xfrm>
            <a:off x="8210064" y="4489826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3264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4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: Title (6) &amp; Content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D8D4DCBA-4C7A-4489-854D-9CAAB7BC53A0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 bwMode="gray">
          <a:xfrm>
            <a:off x="333264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 bwMode="gray">
          <a:xfrm>
            <a:off x="4271796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 bwMode="gray">
          <a:xfrm>
            <a:off x="8210327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4271796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8210327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333264" y="4103378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 bwMode="gray">
          <a:xfrm>
            <a:off x="333264" y="4410680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 bwMode="gray">
          <a:xfrm>
            <a:off x="4271795" y="4410680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 bwMode="gray">
          <a:xfrm>
            <a:off x="8210327" y="4410680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Text Placeholder 11"/>
          <p:cNvSpPr>
            <a:spLocks noGrp="1"/>
          </p:cNvSpPr>
          <p:nvPr>
            <p:ph type="body" sz="quarter" idx="20"/>
          </p:nvPr>
        </p:nvSpPr>
        <p:spPr bwMode="gray">
          <a:xfrm>
            <a:off x="4271796" y="4103378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1"/>
          </p:nvPr>
        </p:nvSpPr>
        <p:spPr bwMode="gray">
          <a:xfrm>
            <a:off x="8210327" y="4103378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2317641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Content Placeholder 3"/>
          <p:cNvSpPr>
            <a:spLocks noGrp="1"/>
          </p:cNvSpPr>
          <p:nvPr>
            <p:ph sz="quarter" idx="24"/>
          </p:nvPr>
        </p:nvSpPr>
        <p:spPr bwMode="gray">
          <a:xfrm>
            <a:off x="4271795" y="2317641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8210327" y="2317641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Content Placeholder 3"/>
          <p:cNvSpPr>
            <a:spLocks noGrp="1"/>
          </p:cNvSpPr>
          <p:nvPr>
            <p:ph sz="quarter" idx="26"/>
          </p:nvPr>
        </p:nvSpPr>
        <p:spPr bwMode="gray">
          <a:xfrm>
            <a:off x="333264" y="4489826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4271796" y="4489826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Content Placeholder 3"/>
          <p:cNvSpPr>
            <a:spLocks noGrp="1"/>
          </p:cNvSpPr>
          <p:nvPr>
            <p:ph sz="quarter" idx="28"/>
          </p:nvPr>
        </p:nvSpPr>
        <p:spPr bwMode="gray">
          <a:xfrm>
            <a:off x="8210327" y="4489826"/>
            <a:ext cx="3643200" cy="14228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50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: Title &amp; Content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C55A9BD9-4AB1-4514-A40D-3F4348B2CF77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1492" y="1931193"/>
            <a:ext cx="115200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2"/>
          <p:cNvSpPr>
            <a:spLocks noGrp="1"/>
          </p:cNvSpPr>
          <p:nvPr>
            <p:ph sz="quarter" idx="25"/>
          </p:nvPr>
        </p:nvSpPr>
        <p:spPr bwMode="gray">
          <a:xfrm>
            <a:off x="333264" y="2317637"/>
            <a:ext cx="1739026" cy="1710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2"/>
          <p:cNvSpPr>
            <a:spLocks noGrp="1"/>
          </p:cNvSpPr>
          <p:nvPr>
            <p:ph sz="quarter" idx="26"/>
          </p:nvPr>
        </p:nvSpPr>
        <p:spPr bwMode="gray">
          <a:xfrm>
            <a:off x="333264" y="4202644"/>
            <a:ext cx="1739026" cy="1710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2"/>
          <p:cNvSpPr>
            <a:spLocks noGrp="1"/>
          </p:cNvSpPr>
          <p:nvPr>
            <p:ph sz="quarter" idx="27"/>
          </p:nvPr>
        </p:nvSpPr>
        <p:spPr bwMode="gray">
          <a:xfrm>
            <a:off x="6163300" y="2317637"/>
            <a:ext cx="1739026" cy="1710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2"/>
          <p:cNvSpPr>
            <a:spLocks noGrp="1"/>
          </p:cNvSpPr>
          <p:nvPr>
            <p:ph sz="quarter" idx="28"/>
          </p:nvPr>
        </p:nvSpPr>
        <p:spPr bwMode="gray">
          <a:xfrm>
            <a:off x="6163300" y="4202644"/>
            <a:ext cx="1739026" cy="17100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sz="quarter" idx="18"/>
          </p:nvPr>
        </p:nvSpPr>
        <p:spPr bwMode="gray">
          <a:xfrm>
            <a:off x="2259472" y="2317637"/>
            <a:ext cx="3757689" cy="17100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2259472" y="4202644"/>
            <a:ext cx="3757689" cy="1710000"/>
          </a:xfr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8093952" y="2317637"/>
            <a:ext cx="3759312" cy="17100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8093952" y="4202644"/>
            <a:ext cx="3759312" cy="1710000"/>
          </a:xfr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3264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4" name="Straight Connector 23"/>
          <p:cNvCxnSpPr/>
          <p:nvPr userDrawn="1"/>
        </p:nvCxnSpPr>
        <p:spPr bwMode="gray">
          <a:xfrm>
            <a:off x="332368" y="2238495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 bwMode="gray">
          <a:xfrm>
            <a:off x="332368" y="4115141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33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: Title &amp; Content (8)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33264" y="682313"/>
            <a:ext cx="11520000" cy="39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EAB57985-67D2-4C2C-8135-28A8C8C9566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115200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2"/>
          <p:cNvSpPr>
            <a:spLocks noGrp="1"/>
          </p:cNvSpPr>
          <p:nvPr>
            <p:ph sz="quarter" idx="25"/>
          </p:nvPr>
        </p:nvSpPr>
        <p:spPr bwMode="gray">
          <a:xfrm>
            <a:off x="332367" y="2317637"/>
            <a:ext cx="1739026" cy="14364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2"/>
          <p:cNvSpPr>
            <a:spLocks noGrp="1"/>
          </p:cNvSpPr>
          <p:nvPr>
            <p:ph sz="quarter" idx="26"/>
          </p:nvPr>
        </p:nvSpPr>
        <p:spPr bwMode="gray">
          <a:xfrm>
            <a:off x="332367" y="3925788"/>
            <a:ext cx="1739026" cy="14364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32"/>
          <p:cNvSpPr>
            <a:spLocks noGrp="1"/>
          </p:cNvSpPr>
          <p:nvPr>
            <p:ph sz="quarter" idx="27"/>
          </p:nvPr>
        </p:nvSpPr>
        <p:spPr bwMode="gray">
          <a:xfrm>
            <a:off x="6163300" y="2317636"/>
            <a:ext cx="1739026" cy="14364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2"/>
          <p:cNvSpPr>
            <a:spLocks noGrp="1"/>
          </p:cNvSpPr>
          <p:nvPr>
            <p:ph sz="quarter" idx="28"/>
          </p:nvPr>
        </p:nvSpPr>
        <p:spPr bwMode="gray">
          <a:xfrm>
            <a:off x="6163300" y="3925788"/>
            <a:ext cx="1739026" cy="1436400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sz="quarter" idx="18"/>
          </p:nvPr>
        </p:nvSpPr>
        <p:spPr bwMode="gray">
          <a:xfrm>
            <a:off x="2260482" y="2317636"/>
            <a:ext cx="3757436" cy="14364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2260482" y="3925788"/>
            <a:ext cx="3757436" cy="1436400"/>
          </a:xfr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8093953" y="2317636"/>
            <a:ext cx="3759312" cy="14364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8093953" y="3925788"/>
            <a:ext cx="3759312" cy="1436400"/>
          </a:xfr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9"/>
          </p:nvPr>
        </p:nvSpPr>
        <p:spPr bwMode="gray">
          <a:xfrm>
            <a:off x="333264" y="5453066"/>
            <a:ext cx="11520000" cy="460375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3264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6" name="Straight Connector 25"/>
          <p:cNvCxnSpPr/>
          <p:nvPr userDrawn="1"/>
        </p:nvCxnSpPr>
        <p:spPr bwMode="gray">
          <a:xfrm>
            <a:off x="332368" y="2238495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 bwMode="gray">
          <a:xfrm>
            <a:off x="332368" y="3839912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7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: 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F8FF341-9601-47A6-A4C1-F2885A66BAA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49107" y="1931194"/>
            <a:ext cx="5604420" cy="398091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2367" y="1931194"/>
            <a:ext cx="5603434" cy="398091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6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6095999" y="1931194"/>
            <a:ext cx="0" cy="39809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53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: Content (2)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F8FF341-9601-47A6-A4C1-F2885A66BAA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49107" y="1931194"/>
            <a:ext cx="5604420" cy="3430994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2367" y="1931194"/>
            <a:ext cx="5603434" cy="343099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6095999" y="1931194"/>
            <a:ext cx="0" cy="34309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29"/>
          </p:nvPr>
        </p:nvSpPr>
        <p:spPr bwMode="gray">
          <a:xfrm>
            <a:off x="332368" y="5453066"/>
            <a:ext cx="11520896" cy="460375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7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: Title (2) &amp; 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F8FF341-9601-47A6-A4C1-F2885A66BAA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435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 bwMode="gray">
          <a:xfrm>
            <a:off x="333435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 bwMode="gray">
          <a:xfrm>
            <a:off x="6248327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6248327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49107" y="2317638"/>
            <a:ext cx="5604420" cy="3594474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2367" y="2317638"/>
            <a:ext cx="5603434" cy="359447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6095999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33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: Title (2) &amp; Content (2)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7C4B2A68-D918-4286-96B0-6342B7A9B0CE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2365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 bwMode="gray">
          <a:xfrm>
            <a:off x="332365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 bwMode="gray">
          <a:xfrm>
            <a:off x="6248327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6248327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48327" y="2317638"/>
            <a:ext cx="5605200" cy="295097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2365" y="2317638"/>
            <a:ext cx="5605200" cy="295097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 bwMode="gray">
          <a:xfrm>
            <a:off x="6095999" y="2388842"/>
            <a:ext cx="0" cy="2879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 Placeholder 7"/>
          <p:cNvSpPr>
            <a:spLocks noGrp="1"/>
          </p:cNvSpPr>
          <p:nvPr>
            <p:ph type="body" sz="quarter" idx="29"/>
          </p:nvPr>
        </p:nvSpPr>
        <p:spPr bwMode="gray">
          <a:xfrm>
            <a:off x="332583" y="5453066"/>
            <a:ext cx="11520682" cy="460375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23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: Title (2) &amp; Content (2) /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972E678C-17C0-4756-8034-8236E2D4136B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 bwMode="gray">
          <a:xfrm>
            <a:off x="333264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 bwMode="gray">
          <a:xfrm>
            <a:off x="6243754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6248044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48044" y="2317638"/>
            <a:ext cx="5605200" cy="3594474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3264" y="2317638"/>
            <a:ext cx="5605200" cy="359447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Gleichschenkliges Dreieck 46"/>
          <p:cNvSpPr/>
          <p:nvPr userDrawn="1"/>
        </p:nvSpPr>
        <p:spPr bwMode="gray">
          <a:xfrm rot="5400000">
            <a:off x="4334900" y="4088006"/>
            <a:ext cx="3523271" cy="124946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49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7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1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: Title (2) &amp; Content (2) &amp; Box /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leichschenkliges Dreieck 46"/>
          <p:cNvSpPr/>
          <p:nvPr userDrawn="1"/>
        </p:nvSpPr>
        <p:spPr bwMode="gray">
          <a:xfrm rot="5400000">
            <a:off x="4656514" y="3766499"/>
            <a:ext cx="2879662" cy="124579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49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46DACDBD-1DFF-49BA-A724-30E3F02C142A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 bwMode="gray">
          <a:xfrm>
            <a:off x="333264" y="2238606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 bwMode="gray">
          <a:xfrm>
            <a:off x="6243754" y="2238606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6248045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48045" y="2317751"/>
            <a:ext cx="5605200" cy="2950867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3264" y="2317751"/>
            <a:ext cx="5605200" cy="2950867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9"/>
          </p:nvPr>
        </p:nvSpPr>
        <p:spPr bwMode="gray">
          <a:xfrm>
            <a:off x="332367" y="5453066"/>
            <a:ext cx="11521160" cy="460375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116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72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: Title &amp; 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C1783AD7-02E7-449A-B532-68934DEE5F31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2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 bwMode="gray">
          <a:xfrm>
            <a:off x="333264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48045" y="1931195"/>
            <a:ext cx="5605200" cy="398091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3264" y="2317640"/>
            <a:ext cx="5605200" cy="3594475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4" name="Straight Connector 23"/>
          <p:cNvCxnSpPr/>
          <p:nvPr userDrawn="1"/>
        </p:nvCxnSpPr>
        <p:spPr bwMode="gray">
          <a:xfrm>
            <a:off x="6095999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22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: Conten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F8FF341-9601-47A6-A4C1-F2885A66BAA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49107" y="1931194"/>
            <a:ext cx="5604420" cy="1922496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2367" y="1931194"/>
            <a:ext cx="5603434" cy="398091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8" y="1085213"/>
            <a:ext cx="11520896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6095999" y="1931194"/>
            <a:ext cx="0" cy="39809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6249107" y="3989616"/>
            <a:ext cx="5604420" cy="1922496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28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: Title (3) &amp; Conten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6248045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6248045" y="4045107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15"/>
          <p:cNvSpPr>
            <a:spLocks noGrp="1"/>
          </p:cNvSpPr>
          <p:nvPr>
            <p:ph sz="quarter" idx="20"/>
          </p:nvPr>
        </p:nvSpPr>
        <p:spPr bwMode="gray">
          <a:xfrm>
            <a:off x="6248045" y="2318321"/>
            <a:ext cx="5605200" cy="1484195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9"/>
          </p:nvPr>
        </p:nvSpPr>
        <p:spPr bwMode="gray">
          <a:xfrm>
            <a:off x="333264" y="2317640"/>
            <a:ext cx="5605200" cy="359512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6C11801-1BEF-46D9-879F-590C601D8597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10"/>
          <p:cNvCxnSpPr/>
          <p:nvPr userDrawn="1"/>
        </p:nvCxnSpPr>
        <p:spPr bwMode="gray">
          <a:xfrm>
            <a:off x="333264" y="223917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9"/>
          <p:cNvCxnSpPr/>
          <p:nvPr userDrawn="1"/>
        </p:nvCxnSpPr>
        <p:spPr bwMode="gray">
          <a:xfrm>
            <a:off x="6248045" y="223917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 userDrawn="1"/>
        </p:nvCxnSpPr>
        <p:spPr bwMode="gray">
          <a:xfrm>
            <a:off x="6248045" y="4348008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Content Placeholder 15"/>
          <p:cNvSpPr>
            <a:spLocks noGrp="1"/>
          </p:cNvSpPr>
          <p:nvPr>
            <p:ph sz="quarter" idx="21"/>
          </p:nvPr>
        </p:nvSpPr>
        <p:spPr bwMode="gray">
          <a:xfrm>
            <a:off x="6248045" y="4432235"/>
            <a:ext cx="5605200" cy="1481057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8" y="1085213"/>
            <a:ext cx="11521159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32" name="Straight Connector 31"/>
          <p:cNvCxnSpPr/>
          <p:nvPr userDrawn="1"/>
        </p:nvCxnSpPr>
        <p:spPr bwMode="gray">
          <a:xfrm>
            <a:off x="6095999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86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: Title (3) &amp; Content (3)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/>
          <p:cNvSpPr>
            <a:spLocks noGrp="1"/>
          </p:cNvSpPr>
          <p:nvPr>
            <p:ph type="body" sz="quarter" idx="22"/>
          </p:nvPr>
        </p:nvSpPr>
        <p:spPr bwMode="gray">
          <a:xfrm>
            <a:off x="332366" y="5452639"/>
            <a:ext cx="11520877" cy="460800"/>
          </a:xfrm>
          <a:solidFill>
            <a:schemeClr val="accent3"/>
          </a:solidFill>
        </p:spPr>
        <p:txBody>
          <a:bodyPr lIns="0" tIns="0" rIns="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15"/>
          <p:cNvSpPr>
            <a:spLocks noGrp="1"/>
          </p:cNvSpPr>
          <p:nvPr>
            <p:ph sz="quarter" idx="20"/>
          </p:nvPr>
        </p:nvSpPr>
        <p:spPr bwMode="gray">
          <a:xfrm>
            <a:off x="6248043" y="2317641"/>
            <a:ext cx="5605200" cy="105391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9"/>
          </p:nvPr>
        </p:nvSpPr>
        <p:spPr bwMode="gray">
          <a:xfrm>
            <a:off x="333264" y="2317637"/>
            <a:ext cx="5605200" cy="295097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6248043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6248043" y="3831247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75ACC3D8-F658-404B-AC58-DFDEB860C833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10"/>
          <p:cNvCxnSpPr/>
          <p:nvPr userDrawn="1"/>
        </p:nvCxnSpPr>
        <p:spPr bwMode="gray">
          <a:xfrm>
            <a:off x="333264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9"/>
          <p:cNvCxnSpPr/>
          <p:nvPr userDrawn="1"/>
        </p:nvCxnSpPr>
        <p:spPr bwMode="gray">
          <a:xfrm>
            <a:off x="6248043" y="223849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 userDrawn="1"/>
        </p:nvCxnSpPr>
        <p:spPr bwMode="gray">
          <a:xfrm>
            <a:off x="6248043" y="4135561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Content Placeholder 15"/>
          <p:cNvSpPr>
            <a:spLocks noGrp="1"/>
          </p:cNvSpPr>
          <p:nvPr>
            <p:ph sz="quarter" idx="21"/>
          </p:nvPr>
        </p:nvSpPr>
        <p:spPr bwMode="gray">
          <a:xfrm>
            <a:off x="6248043" y="4214707"/>
            <a:ext cx="5605200" cy="105391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37" name="Straight Connector 36"/>
          <p:cNvCxnSpPr/>
          <p:nvPr userDrawn="1"/>
        </p:nvCxnSpPr>
        <p:spPr bwMode="gray">
          <a:xfrm>
            <a:off x="6095999" y="2388842"/>
            <a:ext cx="0" cy="2879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34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: Title &amp; Content (2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7E78DB5F-64D9-442E-954C-935C935B4142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2582" y="1931195"/>
            <a:ext cx="2064201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2700027" y="1931195"/>
            <a:ext cx="9153500" cy="398091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2582" y="2317640"/>
            <a:ext cx="2064201" cy="3594475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/>
          <p:cNvCxnSpPr/>
          <p:nvPr userDrawn="1"/>
        </p:nvCxnSpPr>
        <p:spPr bwMode="gray">
          <a:xfrm>
            <a:off x="333983" y="2238495"/>
            <a:ext cx="2062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6" name="Straight Connector 25"/>
          <p:cNvCxnSpPr/>
          <p:nvPr userDrawn="1"/>
        </p:nvCxnSpPr>
        <p:spPr bwMode="gray">
          <a:xfrm>
            <a:off x="2548405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85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: Title &amp; Content (2)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7E78DB5F-64D9-442E-954C-935C935B4142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5"/>
            <a:ext cx="4093766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4724929" y="1931195"/>
            <a:ext cx="7128598" cy="398091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3263" y="2317640"/>
            <a:ext cx="4093767" cy="3594475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/>
          <p:cNvCxnSpPr/>
          <p:nvPr userDrawn="1"/>
        </p:nvCxnSpPr>
        <p:spPr bwMode="gray">
          <a:xfrm>
            <a:off x="333264" y="2238495"/>
            <a:ext cx="40937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8" y="1085213"/>
            <a:ext cx="11520896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6" name="Straight Connector 25"/>
          <p:cNvCxnSpPr/>
          <p:nvPr userDrawn="1"/>
        </p:nvCxnSpPr>
        <p:spPr bwMode="gray">
          <a:xfrm>
            <a:off x="4575980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73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: Title (3) &amp; Content (3)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4093767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4724453" y="1931194"/>
            <a:ext cx="7128811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4724453" y="4042705"/>
            <a:ext cx="7128811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15"/>
          <p:cNvSpPr>
            <a:spLocks noGrp="1"/>
          </p:cNvSpPr>
          <p:nvPr>
            <p:ph sz="quarter" idx="20"/>
          </p:nvPr>
        </p:nvSpPr>
        <p:spPr bwMode="gray">
          <a:xfrm>
            <a:off x="4724453" y="2317638"/>
            <a:ext cx="7128811" cy="148354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9"/>
          </p:nvPr>
        </p:nvSpPr>
        <p:spPr bwMode="gray">
          <a:xfrm>
            <a:off x="333264" y="2317638"/>
            <a:ext cx="4094665" cy="359447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21D0314D-AAD8-43AE-987E-1CD311B19016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9"/>
          <p:cNvCxnSpPr/>
          <p:nvPr userDrawn="1"/>
        </p:nvCxnSpPr>
        <p:spPr bwMode="gray">
          <a:xfrm>
            <a:off x="4725264" y="2238495"/>
            <a:ext cx="712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 userDrawn="1"/>
        </p:nvCxnSpPr>
        <p:spPr bwMode="gray">
          <a:xfrm>
            <a:off x="4725264" y="4349421"/>
            <a:ext cx="712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Content Placeholder 15"/>
          <p:cNvSpPr>
            <a:spLocks noGrp="1"/>
          </p:cNvSpPr>
          <p:nvPr>
            <p:ph sz="quarter" idx="21"/>
          </p:nvPr>
        </p:nvSpPr>
        <p:spPr bwMode="gray">
          <a:xfrm>
            <a:off x="4724453" y="4428564"/>
            <a:ext cx="7128811" cy="148354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6" y="1085213"/>
            <a:ext cx="11521161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37" name="Straight Connector 36"/>
          <p:cNvCxnSpPr/>
          <p:nvPr userDrawn="1"/>
        </p:nvCxnSpPr>
        <p:spPr bwMode="gray">
          <a:xfrm>
            <a:off x="4575980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 userDrawn="1"/>
        </p:nvCxnSpPr>
        <p:spPr bwMode="gray">
          <a:xfrm>
            <a:off x="333264" y="2238495"/>
            <a:ext cx="40937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33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: Title (3) &amp; Content (3) &amp; Bo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/>
          <p:cNvCxnSpPr/>
          <p:nvPr userDrawn="1"/>
        </p:nvCxnSpPr>
        <p:spPr bwMode="gray">
          <a:xfrm>
            <a:off x="4575980" y="2388842"/>
            <a:ext cx="0" cy="2879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 Placeholder 11"/>
          <p:cNvSpPr>
            <a:spLocks noGrp="1"/>
          </p:cNvSpPr>
          <p:nvPr>
            <p:ph type="body" sz="quarter" idx="22"/>
          </p:nvPr>
        </p:nvSpPr>
        <p:spPr bwMode="gray">
          <a:xfrm>
            <a:off x="332366" y="5452639"/>
            <a:ext cx="11521161" cy="460800"/>
          </a:xfrm>
          <a:solidFill>
            <a:schemeClr val="accent3"/>
          </a:solidFill>
        </p:spPr>
        <p:txBody>
          <a:bodyPr lIns="0" tIns="0" rIns="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15"/>
          <p:cNvSpPr>
            <a:spLocks noGrp="1"/>
          </p:cNvSpPr>
          <p:nvPr>
            <p:ph sz="quarter" idx="20"/>
          </p:nvPr>
        </p:nvSpPr>
        <p:spPr bwMode="gray">
          <a:xfrm>
            <a:off x="4724930" y="2317641"/>
            <a:ext cx="7128597" cy="105391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9"/>
          </p:nvPr>
        </p:nvSpPr>
        <p:spPr bwMode="gray">
          <a:xfrm>
            <a:off x="333264" y="2317638"/>
            <a:ext cx="4094664" cy="2950979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2367" y="1931193"/>
            <a:ext cx="4094664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4724930" y="1931193"/>
            <a:ext cx="7129297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4724930" y="3831247"/>
            <a:ext cx="7129297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C3EC54A-C632-4B8A-8DD8-4163ADA26599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Content Placeholder 15"/>
          <p:cNvSpPr>
            <a:spLocks noGrp="1"/>
          </p:cNvSpPr>
          <p:nvPr>
            <p:ph sz="quarter" idx="21"/>
          </p:nvPr>
        </p:nvSpPr>
        <p:spPr bwMode="gray">
          <a:xfrm>
            <a:off x="4724930" y="4214707"/>
            <a:ext cx="7128597" cy="105391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Straight Connector 9"/>
          <p:cNvCxnSpPr/>
          <p:nvPr userDrawn="1"/>
        </p:nvCxnSpPr>
        <p:spPr bwMode="gray">
          <a:xfrm>
            <a:off x="4724930" y="2238495"/>
            <a:ext cx="712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 bwMode="gray">
          <a:xfrm>
            <a:off x="4727528" y="4136597"/>
            <a:ext cx="712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8" y="1085213"/>
            <a:ext cx="11520896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45" name="Straight Connector 44"/>
          <p:cNvCxnSpPr/>
          <p:nvPr userDrawn="1"/>
        </p:nvCxnSpPr>
        <p:spPr bwMode="gray">
          <a:xfrm>
            <a:off x="333264" y="2238495"/>
            <a:ext cx="409376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70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: Title (3) &amp; Content (3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4094DB61-25C8-4EF5-ACA6-394B43063948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 bwMode="gray">
          <a:xfrm>
            <a:off x="333264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2317184"/>
            <a:ext cx="3643200" cy="359493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4271795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 bwMode="gray">
          <a:xfrm>
            <a:off x="4271795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4271796" y="2317184"/>
            <a:ext cx="3643200" cy="359493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8210327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8210327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8210327" y="2317184"/>
            <a:ext cx="3643200" cy="3594931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35" name="Straight Connector 34"/>
          <p:cNvCxnSpPr/>
          <p:nvPr userDrawn="1"/>
        </p:nvCxnSpPr>
        <p:spPr bwMode="gray">
          <a:xfrm>
            <a:off x="4124130" y="2388386"/>
            <a:ext cx="0" cy="35266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 bwMode="gray">
          <a:xfrm>
            <a:off x="8062662" y="2388386"/>
            <a:ext cx="0" cy="35266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72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: Title (3) &amp; Content (3) &amp; Bo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28"/>
          </p:nvPr>
        </p:nvSpPr>
        <p:spPr bwMode="gray">
          <a:xfrm>
            <a:off x="333264" y="5452639"/>
            <a:ext cx="11520263" cy="460800"/>
          </a:xfrm>
          <a:solidFill>
            <a:schemeClr val="accent3"/>
          </a:solidFill>
        </p:spPr>
        <p:txBody>
          <a:bodyPr anchor="ctr"/>
          <a:lstStyle>
            <a:lvl1pPr marL="7939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76B2BC20-ABC6-478C-8E1B-2165F3667B32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 bwMode="gray">
          <a:xfrm>
            <a:off x="333264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2317638"/>
            <a:ext cx="3643200" cy="295097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4271795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 bwMode="gray">
          <a:xfrm>
            <a:off x="4271796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4271795" y="2317638"/>
            <a:ext cx="3643200" cy="295097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8210327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8210327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8210327" y="2317638"/>
            <a:ext cx="3643200" cy="295097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34" name="Straight Connector 33"/>
          <p:cNvCxnSpPr/>
          <p:nvPr userDrawn="1"/>
        </p:nvCxnSpPr>
        <p:spPr bwMode="gray">
          <a:xfrm>
            <a:off x="4124130" y="2388842"/>
            <a:ext cx="0" cy="2879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 bwMode="gray">
          <a:xfrm>
            <a:off x="8062661" y="2388842"/>
            <a:ext cx="0" cy="28797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8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: Title (3) &amp; Content (3) /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F176D1A0-7D36-42FE-8B65-73ABE00A4B81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 bwMode="gray">
          <a:xfrm>
            <a:off x="333264" y="223917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2317638"/>
            <a:ext cx="3643200" cy="359379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4271796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 bwMode="gray">
          <a:xfrm>
            <a:off x="4271796" y="223917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4271796" y="2318318"/>
            <a:ext cx="3643200" cy="359379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8210327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8210327" y="223917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8210327" y="2318318"/>
            <a:ext cx="3643200" cy="359379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Gleichschenkliges Dreieck 46"/>
          <p:cNvSpPr/>
          <p:nvPr userDrawn="1"/>
        </p:nvSpPr>
        <p:spPr bwMode="gray">
          <a:xfrm rot="5400000">
            <a:off x="6301200" y="4088360"/>
            <a:ext cx="3522591" cy="124922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49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19" name="Gleichschenkliges Dreieck 46"/>
          <p:cNvSpPr/>
          <p:nvPr userDrawn="1"/>
        </p:nvSpPr>
        <p:spPr bwMode="gray">
          <a:xfrm rot="5400000">
            <a:off x="2362815" y="4091269"/>
            <a:ext cx="3522591" cy="124922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49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24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8" y="1085213"/>
            <a:ext cx="11520896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23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: Title (3) &amp; Content (3) &amp; Box /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E78EC23C-A2EE-4E37-B3CA-EB5FB6E0A626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 bwMode="gray">
          <a:xfrm>
            <a:off x="333264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2317638"/>
            <a:ext cx="3643200" cy="295097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4271796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 bwMode="gray">
          <a:xfrm>
            <a:off x="4271796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4271795" y="2317638"/>
            <a:ext cx="3643200" cy="295097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8210327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8210327" y="2238495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8210327" y="2317638"/>
            <a:ext cx="3643200" cy="295097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8"/>
          </p:nvPr>
        </p:nvSpPr>
        <p:spPr bwMode="gray">
          <a:xfrm>
            <a:off x="332581" y="5452639"/>
            <a:ext cx="11520683" cy="460800"/>
          </a:xfrm>
          <a:solidFill>
            <a:schemeClr val="accent3"/>
          </a:solidFill>
        </p:spPr>
        <p:txBody>
          <a:bodyPr anchor="ctr"/>
          <a:lstStyle>
            <a:lvl1pPr marL="7939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9" name="Gleichschenkliges Dreieck 46"/>
          <p:cNvSpPr/>
          <p:nvPr userDrawn="1"/>
        </p:nvSpPr>
        <p:spPr bwMode="gray">
          <a:xfrm rot="5400000">
            <a:off x="6622950" y="3766612"/>
            <a:ext cx="2879092" cy="124922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49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  <p:sp>
        <p:nvSpPr>
          <p:cNvPr id="24" name="Gleichschenkliges Dreieck 46"/>
          <p:cNvSpPr/>
          <p:nvPr userDrawn="1"/>
        </p:nvSpPr>
        <p:spPr bwMode="gray">
          <a:xfrm rot="5400000">
            <a:off x="2684564" y="3769521"/>
            <a:ext cx="2879093" cy="124922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49" dirty="0">
              <a:latin typeface="ABBvoice" panose="020D0603020503020204" pitchFamily="34" charset="0"/>
              <a:ea typeface="ABBvoice" panose="020D0603020503020204" pitchFamily="34" charset="0"/>
              <a:cs typeface="ABBvoice" panose="020D06030205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9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: Title (3) &amp; Content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/>
          <p:cNvSpPr>
            <a:spLocks noGrp="1"/>
          </p:cNvSpPr>
          <p:nvPr>
            <p:ph sz="quarter" idx="28"/>
          </p:nvPr>
        </p:nvSpPr>
        <p:spPr bwMode="gray">
          <a:xfrm>
            <a:off x="333264" y="2317752"/>
            <a:ext cx="3643200" cy="169249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4271796" y="2317751"/>
            <a:ext cx="3643200" cy="169249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Content Placeholder 3"/>
          <p:cNvSpPr>
            <a:spLocks noGrp="1"/>
          </p:cNvSpPr>
          <p:nvPr>
            <p:ph sz="quarter" idx="30"/>
          </p:nvPr>
        </p:nvSpPr>
        <p:spPr bwMode="gray">
          <a:xfrm>
            <a:off x="8210327" y="2317751"/>
            <a:ext cx="3643200" cy="169249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4239659"/>
            <a:ext cx="3643200" cy="167378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4271796" y="4239659"/>
            <a:ext cx="3643200" cy="167378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8210327" y="4239659"/>
            <a:ext cx="3643200" cy="167378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FB49FC10-E749-4C4C-8DA8-5C5C82B618BE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 bwMode="gray">
          <a:xfrm>
            <a:off x="333264" y="2238606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4271796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 bwMode="gray">
          <a:xfrm>
            <a:off x="4271796" y="2238606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8210327" y="1931193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8210327" y="2238606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6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: Title (3) &amp; Content (6)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3"/>
          <p:cNvSpPr>
            <a:spLocks noGrp="1"/>
          </p:cNvSpPr>
          <p:nvPr>
            <p:ph sz="quarter" idx="28"/>
          </p:nvPr>
        </p:nvSpPr>
        <p:spPr bwMode="gray">
          <a:xfrm>
            <a:off x="333264" y="2317751"/>
            <a:ext cx="3643200" cy="169249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4271796" y="2317751"/>
            <a:ext cx="3643200" cy="169249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Content Placeholder 3"/>
          <p:cNvSpPr>
            <a:spLocks noGrp="1"/>
          </p:cNvSpPr>
          <p:nvPr>
            <p:ph sz="quarter" idx="30"/>
          </p:nvPr>
        </p:nvSpPr>
        <p:spPr bwMode="gray">
          <a:xfrm>
            <a:off x="8210327" y="2317751"/>
            <a:ext cx="3643200" cy="1692493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4239659"/>
            <a:ext cx="3643200" cy="1028959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4271796" y="4239659"/>
            <a:ext cx="3643200" cy="1028959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8210327" y="4239659"/>
            <a:ext cx="3643200" cy="1028959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A15E654D-F1FE-47BD-AEB4-A952F2E268AF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1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 bwMode="gray">
          <a:xfrm>
            <a:off x="333264" y="2238606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4271796" y="1931191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 bwMode="gray">
          <a:xfrm>
            <a:off x="4271796" y="2238606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8210327" y="1931191"/>
            <a:ext cx="3643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8210327" y="2238606"/>
            <a:ext cx="3643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" name="Text Placeholder 17"/>
          <p:cNvSpPr>
            <a:spLocks noGrp="1"/>
          </p:cNvSpPr>
          <p:nvPr>
            <p:ph type="body" sz="quarter" idx="31"/>
          </p:nvPr>
        </p:nvSpPr>
        <p:spPr bwMode="gray">
          <a:xfrm>
            <a:off x="333264" y="5452639"/>
            <a:ext cx="11520000" cy="460800"/>
          </a:xfrm>
          <a:solidFill>
            <a:schemeClr val="accent3"/>
          </a:solidFill>
        </p:spPr>
        <p:txBody>
          <a:bodyPr anchor="ctr"/>
          <a:lstStyle>
            <a:lvl1pPr marL="7939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4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: Content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F8FF341-9601-47A6-A4C1-F2885A66BAA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332367" y="3989616"/>
            <a:ext cx="2655682" cy="1922496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2355" y="1931194"/>
            <a:ext cx="2655214" cy="192249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3139431" y="1931194"/>
            <a:ext cx="0" cy="39809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3291292" y="1931194"/>
            <a:ext cx="5609417" cy="398091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 bwMode="gray">
          <a:xfrm>
            <a:off x="9049511" y="1931194"/>
            <a:ext cx="0" cy="39809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9197845" y="3989616"/>
            <a:ext cx="2655682" cy="1922496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9198313" y="1931194"/>
            <a:ext cx="2655214" cy="192249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66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: Title (4) &amp; Conten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479F5AED-CDE6-4CF9-A19E-ACD3A4FD6C29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26568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2317638"/>
            <a:ext cx="2656800" cy="359447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3287752" y="1931193"/>
            <a:ext cx="26568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3287752" y="2317638"/>
            <a:ext cx="2656800" cy="359447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6242240" y="1931193"/>
            <a:ext cx="26568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6242240" y="2317638"/>
            <a:ext cx="2656800" cy="359447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 bwMode="gray">
          <a:xfrm>
            <a:off x="333264" y="2238495"/>
            <a:ext cx="265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 bwMode="gray">
          <a:xfrm>
            <a:off x="3287752" y="2238495"/>
            <a:ext cx="265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 bwMode="gray">
          <a:xfrm>
            <a:off x="6242240" y="2238495"/>
            <a:ext cx="265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 bwMode="gray">
          <a:xfrm>
            <a:off x="9196727" y="2238495"/>
            <a:ext cx="265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Text Placeholder 11"/>
          <p:cNvSpPr>
            <a:spLocks noGrp="1"/>
          </p:cNvSpPr>
          <p:nvPr>
            <p:ph type="body" sz="quarter" idx="28"/>
          </p:nvPr>
        </p:nvSpPr>
        <p:spPr bwMode="gray">
          <a:xfrm>
            <a:off x="9196727" y="1931193"/>
            <a:ext cx="26568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9196727" y="2317638"/>
            <a:ext cx="2656800" cy="359447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41" name="Straight Connector 40"/>
          <p:cNvCxnSpPr/>
          <p:nvPr userDrawn="1"/>
        </p:nvCxnSpPr>
        <p:spPr bwMode="gray">
          <a:xfrm>
            <a:off x="3138908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 bwMode="gray">
          <a:xfrm>
            <a:off x="9047884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6093396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50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: Title (4) &amp; Content (4)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26568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2317752"/>
            <a:ext cx="2656800" cy="2950867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3287752" y="1931193"/>
            <a:ext cx="26568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3287752" y="2317752"/>
            <a:ext cx="2656800" cy="2950867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6242240" y="1931193"/>
            <a:ext cx="26568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6242240" y="2317752"/>
            <a:ext cx="2656800" cy="2950867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 bwMode="gray">
          <a:xfrm>
            <a:off x="333264" y="2238606"/>
            <a:ext cx="265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 bwMode="gray">
          <a:xfrm>
            <a:off x="3287752" y="2238606"/>
            <a:ext cx="265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 bwMode="gray">
          <a:xfrm>
            <a:off x="6242240" y="2238606"/>
            <a:ext cx="265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 bwMode="gray">
          <a:xfrm>
            <a:off x="9196727" y="2238606"/>
            <a:ext cx="2656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" name="Text Placeholder 11"/>
          <p:cNvSpPr>
            <a:spLocks noGrp="1"/>
          </p:cNvSpPr>
          <p:nvPr>
            <p:ph type="body" sz="quarter" idx="28"/>
          </p:nvPr>
        </p:nvSpPr>
        <p:spPr bwMode="gray">
          <a:xfrm>
            <a:off x="9196727" y="1931193"/>
            <a:ext cx="26568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9196727" y="2317752"/>
            <a:ext cx="2656800" cy="2950867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30"/>
          </p:nvPr>
        </p:nvSpPr>
        <p:spPr bwMode="gray">
          <a:xfrm>
            <a:off x="332366" y="5452639"/>
            <a:ext cx="11520897" cy="460800"/>
          </a:xfrm>
          <a:solidFill>
            <a:schemeClr val="accent3"/>
          </a:solidFill>
        </p:spPr>
        <p:txBody>
          <a:bodyPr anchor="ctr"/>
          <a:lstStyle>
            <a:lvl1pPr marL="7939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7939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/>
          <a:p>
            <a:fld id="{DF793CCD-C37B-40CA-9C03-8963978AEAF0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2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1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42" name="Straight Connector 41"/>
          <p:cNvCxnSpPr/>
          <p:nvPr userDrawn="1"/>
        </p:nvCxnSpPr>
        <p:spPr bwMode="gray">
          <a:xfrm>
            <a:off x="3138908" y="2388954"/>
            <a:ext cx="0" cy="28796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 bwMode="gray">
          <a:xfrm>
            <a:off x="9047884" y="2388954"/>
            <a:ext cx="0" cy="28796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 userDrawn="1"/>
        </p:nvCxnSpPr>
        <p:spPr bwMode="gray">
          <a:xfrm>
            <a:off x="6093396" y="2388954"/>
            <a:ext cx="0" cy="28796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41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: Content (3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F8FF341-9601-47A6-A4C1-F2885A66BAA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50004" y="1931197"/>
            <a:ext cx="5603523" cy="1853869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3264" y="1931197"/>
            <a:ext cx="5602537" cy="1853869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6095999" y="1931197"/>
            <a:ext cx="0" cy="1853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332367" y="4064036"/>
            <a:ext cx="11520897" cy="1848076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 bwMode="gray">
          <a:xfrm>
            <a:off x="333527" y="3922317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3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: Conten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F8FF341-9601-47A6-A4C1-F2885A66BAA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4259985" y="1931197"/>
            <a:ext cx="3643200" cy="1853869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 bwMode="gray">
          <a:xfrm>
            <a:off x="333264" y="1931197"/>
            <a:ext cx="3643200" cy="1853869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3264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 bwMode="gray">
          <a:xfrm>
            <a:off x="4118225" y="1931197"/>
            <a:ext cx="0" cy="1853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332367" y="4064036"/>
            <a:ext cx="11520897" cy="1848076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 bwMode="gray">
          <a:xfrm>
            <a:off x="333527" y="3922317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 bwMode="gray">
          <a:xfrm>
            <a:off x="8056756" y="1931197"/>
            <a:ext cx="0" cy="1853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8210327" y="1931197"/>
            <a:ext cx="3643200" cy="1853869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: Content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333264" y="1932098"/>
            <a:ext cx="2656800" cy="1897200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 bwMode="gray">
          <a:xfrm>
            <a:off x="333527" y="3925094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3287752" y="1932849"/>
            <a:ext cx="2656800" cy="1897200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333264" y="4016596"/>
            <a:ext cx="2656800" cy="1897200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287752" y="4017347"/>
            <a:ext cx="2656800" cy="1897200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 bwMode="gray"/>
        <p:txBody>
          <a:bodyPr/>
          <a:lstStyle/>
          <a:p>
            <a:fld id="{32E27045-0511-42A6-9AC3-A3212EB4288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5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4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6242240" y="1932098"/>
            <a:ext cx="2656800" cy="1897200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3"/>
          <p:cNvSpPr>
            <a:spLocks noGrp="1"/>
          </p:cNvSpPr>
          <p:nvPr>
            <p:ph sz="quarter" idx="28"/>
          </p:nvPr>
        </p:nvSpPr>
        <p:spPr bwMode="gray">
          <a:xfrm>
            <a:off x="9196727" y="1932849"/>
            <a:ext cx="2656800" cy="1897200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6242240" y="4016596"/>
            <a:ext cx="2656800" cy="1897200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Content Placeholder 3"/>
          <p:cNvSpPr>
            <a:spLocks noGrp="1"/>
          </p:cNvSpPr>
          <p:nvPr>
            <p:ph sz="quarter" idx="30"/>
          </p:nvPr>
        </p:nvSpPr>
        <p:spPr bwMode="gray">
          <a:xfrm>
            <a:off x="9196727" y="4017347"/>
            <a:ext cx="2656800" cy="1897200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: Title (4) &amp; Conten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333264" y="4045107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6248045" y="1931193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Content Placeholder 15"/>
          <p:cNvSpPr>
            <a:spLocks noGrp="1"/>
          </p:cNvSpPr>
          <p:nvPr>
            <p:ph sz="quarter" idx="20"/>
          </p:nvPr>
        </p:nvSpPr>
        <p:spPr bwMode="gray">
          <a:xfrm>
            <a:off x="333264" y="4432235"/>
            <a:ext cx="5605200" cy="1484195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9"/>
          </p:nvPr>
        </p:nvSpPr>
        <p:spPr bwMode="gray">
          <a:xfrm>
            <a:off x="333264" y="2317638"/>
            <a:ext cx="5605200" cy="148487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86C11801-1BEF-46D9-879F-590C601D8597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10"/>
          <p:cNvCxnSpPr/>
          <p:nvPr userDrawn="1"/>
        </p:nvCxnSpPr>
        <p:spPr bwMode="gray">
          <a:xfrm>
            <a:off x="333264" y="223917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9"/>
          <p:cNvCxnSpPr/>
          <p:nvPr userDrawn="1"/>
        </p:nvCxnSpPr>
        <p:spPr bwMode="gray">
          <a:xfrm>
            <a:off x="333264" y="4348008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4"/>
          <p:cNvCxnSpPr/>
          <p:nvPr userDrawn="1"/>
        </p:nvCxnSpPr>
        <p:spPr bwMode="gray">
          <a:xfrm>
            <a:off x="6248045" y="2239175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8" name="Content Placeholder 15"/>
          <p:cNvSpPr>
            <a:spLocks noGrp="1"/>
          </p:cNvSpPr>
          <p:nvPr>
            <p:ph sz="quarter" idx="21"/>
          </p:nvPr>
        </p:nvSpPr>
        <p:spPr bwMode="gray">
          <a:xfrm>
            <a:off x="6248045" y="2317641"/>
            <a:ext cx="5605200" cy="1481057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8" y="1085213"/>
            <a:ext cx="11521159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32" name="Straight Connector 31"/>
          <p:cNvCxnSpPr/>
          <p:nvPr userDrawn="1"/>
        </p:nvCxnSpPr>
        <p:spPr bwMode="gray">
          <a:xfrm>
            <a:off x="6095999" y="2388843"/>
            <a:ext cx="0" cy="35232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 Placeholder 11"/>
          <p:cNvSpPr>
            <a:spLocks noGrp="1"/>
          </p:cNvSpPr>
          <p:nvPr>
            <p:ph type="body" sz="quarter" idx="22"/>
          </p:nvPr>
        </p:nvSpPr>
        <p:spPr bwMode="gray">
          <a:xfrm>
            <a:off x="6248045" y="4043972"/>
            <a:ext cx="56052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Straight Connector 14"/>
          <p:cNvCxnSpPr/>
          <p:nvPr userDrawn="1"/>
        </p:nvCxnSpPr>
        <p:spPr bwMode="gray">
          <a:xfrm>
            <a:off x="6248045" y="4351954"/>
            <a:ext cx="5605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Content Placeholder 15"/>
          <p:cNvSpPr>
            <a:spLocks noGrp="1"/>
          </p:cNvSpPr>
          <p:nvPr>
            <p:ph sz="quarter" idx="23"/>
          </p:nvPr>
        </p:nvSpPr>
        <p:spPr bwMode="gray">
          <a:xfrm>
            <a:off x="6248045" y="4430420"/>
            <a:ext cx="5605200" cy="1481057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: Conten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333264" y="1931195"/>
            <a:ext cx="5619398" cy="1853868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 bwMode="gray">
          <a:xfrm>
            <a:off x="6095999" y="1931195"/>
            <a:ext cx="0" cy="39822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 bwMode="gray">
          <a:xfrm>
            <a:off x="333527" y="3922317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6234129" y="1931195"/>
            <a:ext cx="5619398" cy="1853868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333264" y="4059571"/>
            <a:ext cx="5619398" cy="1853868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6234129" y="4059571"/>
            <a:ext cx="5619398" cy="1853868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 bwMode="gray"/>
        <p:txBody>
          <a:bodyPr/>
          <a:lstStyle/>
          <a:p>
            <a:fld id="{32E27045-0511-42A6-9AC3-A3212EB4288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5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6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3264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43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: Content (4)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333264" y="1931198"/>
            <a:ext cx="5621183" cy="1530893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6232344" y="1931198"/>
            <a:ext cx="5621183" cy="1530893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333264" y="3737725"/>
            <a:ext cx="5621183" cy="1530893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6232344" y="3737725"/>
            <a:ext cx="5621183" cy="1530893"/>
          </a:xfrm>
        </p:spPr>
        <p:txBody>
          <a:bodyPr lIns="0" tIns="0" rIns="0" bIns="0"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332367" y="5452639"/>
            <a:ext cx="11521160" cy="460800"/>
          </a:xfrm>
          <a:solidFill>
            <a:schemeClr val="accent3"/>
          </a:solidFill>
        </p:spPr>
        <p:txBody>
          <a:bodyPr lIns="0" tIns="0" rIns="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Straight Connector 22"/>
          <p:cNvCxnSpPr/>
          <p:nvPr userDrawn="1"/>
        </p:nvCxnSpPr>
        <p:spPr bwMode="gray">
          <a:xfrm>
            <a:off x="333527" y="3599905"/>
            <a:ext cx="115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Date Placeholder 2"/>
          <p:cNvSpPr>
            <a:spLocks noGrp="1"/>
          </p:cNvSpPr>
          <p:nvPr>
            <p:ph type="dt" sz="half" idx="25"/>
          </p:nvPr>
        </p:nvSpPr>
        <p:spPr bwMode="gray"/>
        <p:txBody>
          <a:bodyPr/>
          <a:lstStyle/>
          <a:p>
            <a:fld id="{6E7D5807-0F83-4687-8EA8-403E998DE912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7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 bwMode="gray">
          <a:xfrm>
            <a:off x="6095999" y="1931195"/>
            <a:ext cx="0" cy="33374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6" y="1085213"/>
            <a:ext cx="11521161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94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: Title (2) &amp; Conten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2553273" y="1931196"/>
            <a:ext cx="5361993" cy="191932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2553273" y="3993324"/>
            <a:ext cx="5361993" cy="191932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 bwMode="gray">
          <a:xfrm>
            <a:off x="2551798" y="3921919"/>
            <a:ext cx="536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Content Placeholder 3"/>
          <p:cNvSpPr>
            <a:spLocks noGrp="1"/>
          </p:cNvSpPr>
          <p:nvPr userDrawn="1">
            <p:ph sz="quarter" idx="23"/>
          </p:nvPr>
        </p:nvSpPr>
        <p:spPr bwMode="gray">
          <a:xfrm>
            <a:off x="332582" y="1931196"/>
            <a:ext cx="1918800" cy="191932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Content Placeholder 3"/>
          <p:cNvSpPr>
            <a:spLocks noGrp="1"/>
          </p:cNvSpPr>
          <p:nvPr userDrawn="1">
            <p:ph sz="quarter" idx="24"/>
          </p:nvPr>
        </p:nvSpPr>
        <p:spPr bwMode="gray">
          <a:xfrm>
            <a:off x="332582" y="3993324"/>
            <a:ext cx="1918800" cy="1919320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  <a:lvl9pPr marL="0" indent="0" algn="l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 userDrawn="1">
            <p:ph type="dt" sz="half" idx="26"/>
          </p:nvPr>
        </p:nvSpPr>
        <p:spPr bwMode="gray"/>
        <p:txBody>
          <a:bodyPr/>
          <a:lstStyle/>
          <a:p>
            <a:fld id="{D7448BAD-718D-41D5-B039-249ED06F3A4A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27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 userDrawn="1">
            <p:ph type="sldNum" sz="quarter" idx="28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3"/>
          </p:nvPr>
        </p:nvSpPr>
        <p:spPr bwMode="gray">
          <a:xfrm>
            <a:off x="332366" y="1085213"/>
            <a:ext cx="11521161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8218509" y="1931196"/>
            <a:ext cx="3634755" cy="398144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2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: Title (3) &amp; Conten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2553273" y="1931196"/>
            <a:ext cx="5361993" cy="123194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2553273" y="3305949"/>
            <a:ext cx="5361993" cy="123194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2553273" y="4680702"/>
            <a:ext cx="5361993" cy="123194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 bwMode="gray">
          <a:xfrm>
            <a:off x="2554866" y="3235138"/>
            <a:ext cx="536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 bwMode="gray">
          <a:xfrm>
            <a:off x="2554866" y="4611082"/>
            <a:ext cx="536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Content Placeholder 3"/>
          <p:cNvSpPr>
            <a:spLocks noGrp="1"/>
          </p:cNvSpPr>
          <p:nvPr userDrawn="1">
            <p:ph sz="quarter" idx="23"/>
          </p:nvPr>
        </p:nvSpPr>
        <p:spPr bwMode="gray">
          <a:xfrm>
            <a:off x="332367" y="1931196"/>
            <a:ext cx="1917663" cy="1231942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Content Placeholder 3"/>
          <p:cNvSpPr>
            <a:spLocks noGrp="1"/>
          </p:cNvSpPr>
          <p:nvPr userDrawn="1">
            <p:ph sz="quarter" idx="24"/>
          </p:nvPr>
        </p:nvSpPr>
        <p:spPr bwMode="gray">
          <a:xfrm>
            <a:off x="332367" y="3305949"/>
            <a:ext cx="1917663" cy="1231942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  <a:lvl9pPr marL="0" indent="0" algn="l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Content Placeholder 3"/>
          <p:cNvSpPr>
            <a:spLocks noGrp="1"/>
          </p:cNvSpPr>
          <p:nvPr userDrawn="1">
            <p:ph sz="quarter" idx="25"/>
          </p:nvPr>
        </p:nvSpPr>
        <p:spPr bwMode="gray">
          <a:xfrm>
            <a:off x="332367" y="4680702"/>
            <a:ext cx="1917663" cy="1231942"/>
          </a:xfrm>
        </p:spPr>
        <p:txBody>
          <a:bodyPr lIns="0" tIns="0" rIns="0" bIns="0" anchor="ctr"/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>
              <a:buNone/>
              <a:defRPr b="1">
                <a:solidFill>
                  <a:schemeClr val="tx2"/>
                </a:solidFill>
              </a:defRPr>
            </a:lvl2pPr>
            <a:lvl3pPr marL="0" indent="0">
              <a:buNone/>
              <a:defRPr b="1">
                <a:solidFill>
                  <a:schemeClr val="tx2"/>
                </a:solidFill>
              </a:defRPr>
            </a:lvl3pPr>
            <a:lvl4pPr marL="0" indent="0">
              <a:buNone/>
              <a:defRPr b="1">
                <a:solidFill>
                  <a:schemeClr val="tx2"/>
                </a:solidFill>
              </a:defRPr>
            </a:lvl4pPr>
            <a:lvl5pPr marL="0" indent="0">
              <a:buNone/>
              <a:defRPr b="1">
                <a:solidFill>
                  <a:schemeClr val="tx2"/>
                </a:solidFill>
              </a:defRPr>
            </a:lvl5pPr>
            <a:lvl6pPr marL="0" indent="0">
              <a:buNone/>
              <a:defRPr b="1">
                <a:solidFill>
                  <a:schemeClr val="tx2"/>
                </a:solidFill>
              </a:defRPr>
            </a:lvl6pPr>
            <a:lvl7pPr marL="0" indent="0">
              <a:buNone/>
              <a:defRPr b="1">
                <a:solidFill>
                  <a:schemeClr val="tx2"/>
                </a:solidFill>
              </a:defRPr>
            </a:lvl7pPr>
            <a:lvl8pPr marL="0" indent="0">
              <a:buNone/>
              <a:defRPr b="1">
                <a:solidFill>
                  <a:schemeClr val="tx2"/>
                </a:solidFill>
              </a:defRPr>
            </a:lvl8pPr>
            <a:lvl9pPr marL="0" indent="0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 userDrawn="1">
            <p:ph type="dt" sz="half" idx="26"/>
          </p:nvPr>
        </p:nvSpPr>
        <p:spPr bwMode="gray"/>
        <p:txBody>
          <a:bodyPr/>
          <a:lstStyle/>
          <a:p>
            <a:fld id="{D7448BAD-718D-41D5-B039-249ED06F3A4A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27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 userDrawn="1">
            <p:ph type="sldNum" sz="quarter" idx="28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 userDrawn="1"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8218509" y="1931196"/>
            <a:ext cx="3634755" cy="3981448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53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: Title (3) &amp; Content (3)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2553273" y="1931196"/>
            <a:ext cx="9299991" cy="123194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 bwMode="gray">
          <a:xfrm>
            <a:off x="2554464" y="3235138"/>
            <a:ext cx="9298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2553273" y="3305949"/>
            <a:ext cx="9299991" cy="123194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2553273" y="4680702"/>
            <a:ext cx="9299991" cy="123194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 bwMode="gray">
          <a:xfrm>
            <a:off x="2554464" y="4611082"/>
            <a:ext cx="9298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1931196"/>
            <a:ext cx="1916766" cy="1231942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quarter" idx="24"/>
          </p:nvPr>
        </p:nvSpPr>
        <p:spPr bwMode="gray">
          <a:xfrm>
            <a:off x="333264" y="3305949"/>
            <a:ext cx="1916766" cy="1231942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  <a:lvl9pPr marL="0" indent="0" algn="l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333264" y="4680702"/>
            <a:ext cx="1916766" cy="1231942"/>
          </a:xfrm>
        </p:spPr>
        <p:txBody>
          <a:bodyPr lIns="0" tIns="0" rIns="0" bIns="0" anchor="ctr"/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>
              <a:buNone/>
              <a:defRPr b="1">
                <a:solidFill>
                  <a:schemeClr val="tx2"/>
                </a:solidFill>
              </a:defRPr>
            </a:lvl2pPr>
            <a:lvl3pPr marL="0" indent="0">
              <a:buNone/>
              <a:defRPr b="1">
                <a:solidFill>
                  <a:schemeClr val="tx2"/>
                </a:solidFill>
              </a:defRPr>
            </a:lvl3pPr>
            <a:lvl4pPr marL="0" indent="0">
              <a:buNone/>
              <a:defRPr b="1">
                <a:solidFill>
                  <a:schemeClr val="tx2"/>
                </a:solidFill>
              </a:defRPr>
            </a:lvl4pPr>
            <a:lvl5pPr marL="0" indent="0">
              <a:buNone/>
              <a:defRPr b="1">
                <a:solidFill>
                  <a:schemeClr val="tx2"/>
                </a:solidFill>
              </a:defRPr>
            </a:lvl5pPr>
            <a:lvl6pPr marL="0" indent="0">
              <a:buNone/>
              <a:defRPr b="1">
                <a:solidFill>
                  <a:schemeClr val="tx2"/>
                </a:solidFill>
              </a:defRPr>
            </a:lvl6pPr>
            <a:lvl7pPr marL="0" indent="0">
              <a:buNone/>
              <a:defRPr b="1">
                <a:solidFill>
                  <a:schemeClr val="tx2"/>
                </a:solidFill>
              </a:defRPr>
            </a:lvl7pPr>
            <a:lvl8pPr marL="0" indent="0">
              <a:buNone/>
              <a:defRPr b="1">
                <a:solidFill>
                  <a:schemeClr val="tx2"/>
                </a:solidFill>
              </a:defRPr>
            </a:lvl8pPr>
            <a:lvl9pPr marL="0" indent="0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6"/>
          </p:nvPr>
        </p:nvSpPr>
        <p:spPr bwMode="gray"/>
        <p:txBody>
          <a:bodyPr/>
          <a:lstStyle/>
          <a:p>
            <a:fld id="{D7448BAD-718D-41D5-B039-249ED06F3A4A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7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46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: Title (3) &amp; Content (3) &amp; Bo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2553273" y="1931196"/>
            <a:ext cx="9299991" cy="101647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 bwMode="gray">
          <a:xfrm>
            <a:off x="2554464" y="3019668"/>
            <a:ext cx="9298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2553273" y="3091669"/>
            <a:ext cx="9299991" cy="101647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2553273" y="4252143"/>
            <a:ext cx="9299991" cy="1016472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 bwMode="gray">
          <a:xfrm>
            <a:off x="2554464" y="4180142"/>
            <a:ext cx="9298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5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1931196"/>
            <a:ext cx="1916766" cy="1016472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quarter" idx="24"/>
          </p:nvPr>
        </p:nvSpPr>
        <p:spPr bwMode="gray">
          <a:xfrm>
            <a:off x="333264" y="3091669"/>
            <a:ext cx="1916766" cy="1016472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  <a:lvl9pPr marL="0" indent="0" algn="l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333264" y="4252143"/>
            <a:ext cx="1916766" cy="1016472"/>
          </a:xfrm>
        </p:spPr>
        <p:txBody>
          <a:bodyPr lIns="0" tIns="0" rIns="0" bIns="0" anchor="ctr"/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>
              <a:buNone/>
              <a:defRPr b="1">
                <a:solidFill>
                  <a:schemeClr val="tx2"/>
                </a:solidFill>
              </a:defRPr>
            </a:lvl2pPr>
            <a:lvl3pPr marL="0" indent="0">
              <a:buNone/>
              <a:defRPr b="1">
                <a:solidFill>
                  <a:schemeClr val="tx2"/>
                </a:solidFill>
              </a:defRPr>
            </a:lvl3pPr>
            <a:lvl4pPr marL="0" indent="0">
              <a:buNone/>
              <a:defRPr b="1">
                <a:solidFill>
                  <a:schemeClr val="tx2"/>
                </a:solidFill>
              </a:defRPr>
            </a:lvl4pPr>
            <a:lvl5pPr marL="0" indent="0">
              <a:buNone/>
              <a:defRPr b="1">
                <a:solidFill>
                  <a:schemeClr val="tx2"/>
                </a:solidFill>
              </a:defRPr>
            </a:lvl5pPr>
            <a:lvl6pPr marL="0" indent="0">
              <a:buNone/>
              <a:defRPr b="1">
                <a:solidFill>
                  <a:schemeClr val="tx2"/>
                </a:solidFill>
              </a:defRPr>
            </a:lvl6pPr>
            <a:lvl7pPr marL="0" indent="0">
              <a:buNone/>
              <a:defRPr b="1">
                <a:solidFill>
                  <a:schemeClr val="tx2"/>
                </a:solidFill>
              </a:defRPr>
            </a:lvl7pPr>
            <a:lvl8pPr marL="0" indent="0">
              <a:buNone/>
              <a:defRPr b="1">
                <a:solidFill>
                  <a:schemeClr val="tx2"/>
                </a:solidFill>
              </a:defRPr>
            </a:lvl8pPr>
            <a:lvl9pPr marL="0" indent="0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332366" y="5452639"/>
            <a:ext cx="11520898" cy="460800"/>
          </a:xfrm>
          <a:solidFill>
            <a:schemeClr val="accent3"/>
          </a:solidFill>
        </p:spPr>
        <p:txBody>
          <a:bodyPr lIns="0" tIns="0" rIns="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7"/>
          </p:nvPr>
        </p:nvSpPr>
        <p:spPr bwMode="gray"/>
        <p:txBody>
          <a:bodyPr/>
          <a:lstStyle/>
          <a:p>
            <a:fld id="{AFC62351-A650-4DF6-986F-78B25B039145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8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9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3264" y="1085213"/>
            <a:ext cx="11520000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77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: Title (4) &amp; Content (4) &amp; Box /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2818583" y="1931198"/>
            <a:ext cx="9034681" cy="726353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2818583" y="2801554"/>
            <a:ext cx="9034681" cy="726353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2818583" y="3671910"/>
            <a:ext cx="9034681" cy="726353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332367" y="5452639"/>
            <a:ext cx="11520898" cy="460800"/>
          </a:xfrm>
          <a:solidFill>
            <a:schemeClr val="accent3"/>
          </a:solidFill>
        </p:spPr>
        <p:txBody>
          <a:bodyPr lIns="0" tIns="0" rIns="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332582" y="1931198"/>
            <a:ext cx="1535879" cy="726353"/>
          </a:xfrm>
        </p:spPr>
        <p:txBody>
          <a:bodyPr lIns="0" tIns="0" rIns="0" bIns="0" anchor="ctr"/>
          <a:lstStyle>
            <a:lvl1pPr marL="1588" indent="0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1588" indent="0">
              <a:buNone/>
              <a:defRPr b="1">
                <a:solidFill>
                  <a:schemeClr val="tx2"/>
                </a:solidFill>
              </a:defRPr>
            </a:lvl2pPr>
            <a:lvl3pPr marL="1588" indent="0">
              <a:buNone/>
              <a:defRPr b="1">
                <a:solidFill>
                  <a:schemeClr val="tx2"/>
                </a:solidFill>
              </a:defRPr>
            </a:lvl3pPr>
            <a:lvl4pPr marL="1588" indent="0">
              <a:buNone/>
              <a:defRPr b="1">
                <a:solidFill>
                  <a:schemeClr val="tx2"/>
                </a:solidFill>
              </a:defRPr>
            </a:lvl4pPr>
            <a:lvl5pPr marL="1588" indent="0">
              <a:buNone/>
              <a:defRPr b="1">
                <a:solidFill>
                  <a:schemeClr val="tx2"/>
                </a:solidFill>
              </a:defRPr>
            </a:lvl5pPr>
            <a:lvl6pPr marL="1588" indent="0">
              <a:buNone/>
              <a:defRPr b="1">
                <a:solidFill>
                  <a:schemeClr val="tx2"/>
                </a:solidFill>
              </a:defRPr>
            </a:lvl6pPr>
            <a:lvl7pPr marL="1588" indent="0">
              <a:buNone/>
              <a:defRPr b="1">
                <a:solidFill>
                  <a:schemeClr val="tx2"/>
                </a:solidFill>
              </a:defRPr>
            </a:lvl7pPr>
            <a:lvl8pPr marL="1588" indent="0">
              <a:buNone/>
              <a:defRPr b="1">
                <a:solidFill>
                  <a:schemeClr val="tx2"/>
                </a:solidFill>
              </a:defRPr>
            </a:lvl8pPr>
            <a:lvl9pPr marL="1588" indent="0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Content Placeholder 3"/>
          <p:cNvSpPr>
            <a:spLocks noGrp="1"/>
          </p:cNvSpPr>
          <p:nvPr>
            <p:ph sz="quarter" idx="28"/>
          </p:nvPr>
        </p:nvSpPr>
        <p:spPr bwMode="gray">
          <a:xfrm>
            <a:off x="332582" y="2801554"/>
            <a:ext cx="1535879" cy="726353"/>
          </a:xfrm>
        </p:spPr>
        <p:txBody>
          <a:bodyPr lIns="0" tIns="0" rIns="0" bIns="0" anchor="ctr"/>
          <a:lstStyle>
            <a:lvl1pPr marL="1588" indent="0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1588" indent="0">
              <a:buNone/>
              <a:defRPr b="1">
                <a:solidFill>
                  <a:schemeClr val="tx2"/>
                </a:solidFill>
              </a:defRPr>
            </a:lvl2pPr>
            <a:lvl3pPr marL="1588" indent="0">
              <a:buNone/>
              <a:defRPr b="1">
                <a:solidFill>
                  <a:schemeClr val="tx2"/>
                </a:solidFill>
              </a:defRPr>
            </a:lvl3pPr>
            <a:lvl4pPr marL="1588" indent="0">
              <a:buNone/>
              <a:defRPr b="1">
                <a:solidFill>
                  <a:schemeClr val="tx2"/>
                </a:solidFill>
              </a:defRPr>
            </a:lvl4pPr>
            <a:lvl5pPr marL="1588" indent="0">
              <a:buNone/>
              <a:defRPr b="1">
                <a:solidFill>
                  <a:schemeClr val="tx2"/>
                </a:solidFill>
              </a:defRPr>
            </a:lvl5pPr>
            <a:lvl6pPr marL="1588" indent="0">
              <a:buNone/>
              <a:defRPr b="1">
                <a:solidFill>
                  <a:schemeClr val="tx2"/>
                </a:solidFill>
              </a:defRPr>
            </a:lvl6pPr>
            <a:lvl7pPr marL="1588" indent="0">
              <a:buNone/>
              <a:defRPr b="1">
                <a:solidFill>
                  <a:schemeClr val="tx2"/>
                </a:solidFill>
              </a:defRPr>
            </a:lvl7pPr>
            <a:lvl8pPr marL="1588" indent="0">
              <a:buNone/>
              <a:defRPr b="1">
                <a:solidFill>
                  <a:schemeClr val="tx2"/>
                </a:solidFill>
              </a:defRPr>
            </a:lvl8pPr>
            <a:lvl9pPr marL="1588" indent="0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332582" y="3671910"/>
            <a:ext cx="1535879" cy="726353"/>
          </a:xfrm>
        </p:spPr>
        <p:txBody>
          <a:bodyPr lIns="0" tIns="0" rIns="0" bIns="0" anchor="ctr"/>
          <a:lstStyle>
            <a:lvl1pPr marL="1588" indent="0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1588" indent="0">
              <a:buNone/>
              <a:defRPr b="1">
                <a:solidFill>
                  <a:schemeClr val="tx2"/>
                </a:solidFill>
              </a:defRPr>
            </a:lvl2pPr>
            <a:lvl3pPr marL="1588" indent="0">
              <a:buNone/>
              <a:defRPr b="1">
                <a:solidFill>
                  <a:schemeClr val="tx2"/>
                </a:solidFill>
              </a:defRPr>
            </a:lvl3pPr>
            <a:lvl4pPr marL="1588" indent="0">
              <a:buNone/>
              <a:defRPr b="1">
                <a:solidFill>
                  <a:schemeClr val="tx2"/>
                </a:solidFill>
              </a:defRPr>
            </a:lvl4pPr>
            <a:lvl5pPr marL="1588" indent="0">
              <a:buNone/>
              <a:defRPr b="1">
                <a:solidFill>
                  <a:schemeClr val="tx2"/>
                </a:solidFill>
              </a:defRPr>
            </a:lvl5pPr>
            <a:lvl6pPr marL="1588" indent="0">
              <a:buNone/>
              <a:defRPr b="1">
                <a:solidFill>
                  <a:schemeClr val="tx2"/>
                </a:solidFill>
              </a:defRPr>
            </a:lvl6pPr>
            <a:lvl7pPr marL="1588" indent="0">
              <a:buNone/>
              <a:defRPr b="1">
                <a:solidFill>
                  <a:schemeClr val="tx2"/>
                </a:solidFill>
              </a:defRPr>
            </a:lvl7pPr>
            <a:lvl8pPr marL="1588" indent="0">
              <a:buNone/>
              <a:defRPr b="1">
                <a:solidFill>
                  <a:schemeClr val="tx2"/>
                </a:solidFill>
              </a:defRPr>
            </a:lvl8pPr>
            <a:lvl9pPr marL="1588" indent="0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Content Placeholder 3"/>
          <p:cNvSpPr>
            <a:spLocks noGrp="1"/>
          </p:cNvSpPr>
          <p:nvPr>
            <p:ph sz="quarter" idx="30"/>
          </p:nvPr>
        </p:nvSpPr>
        <p:spPr bwMode="gray">
          <a:xfrm>
            <a:off x="2818583" y="4542265"/>
            <a:ext cx="9034681" cy="726353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3"/>
          <p:cNvSpPr>
            <a:spLocks noGrp="1"/>
          </p:cNvSpPr>
          <p:nvPr>
            <p:ph sz="quarter" idx="31"/>
          </p:nvPr>
        </p:nvSpPr>
        <p:spPr bwMode="gray">
          <a:xfrm>
            <a:off x="332582" y="4542265"/>
            <a:ext cx="1535879" cy="726353"/>
          </a:xfrm>
        </p:spPr>
        <p:txBody>
          <a:bodyPr lIns="0" tIns="0" rIns="0" bIns="0" anchor="ctr"/>
          <a:lstStyle>
            <a:lvl1pPr marL="1588" indent="0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1588" indent="0">
              <a:buNone/>
              <a:defRPr b="1">
                <a:solidFill>
                  <a:schemeClr val="tx2"/>
                </a:solidFill>
              </a:defRPr>
            </a:lvl2pPr>
            <a:lvl3pPr marL="1588" indent="0">
              <a:buNone/>
              <a:defRPr b="1">
                <a:solidFill>
                  <a:schemeClr val="tx2"/>
                </a:solidFill>
              </a:defRPr>
            </a:lvl3pPr>
            <a:lvl4pPr marL="1588" indent="0">
              <a:buNone/>
              <a:defRPr b="1">
                <a:solidFill>
                  <a:schemeClr val="tx2"/>
                </a:solidFill>
              </a:defRPr>
            </a:lvl4pPr>
            <a:lvl5pPr marL="1588" indent="0">
              <a:buNone/>
              <a:defRPr b="1">
                <a:solidFill>
                  <a:schemeClr val="tx2"/>
                </a:solidFill>
              </a:defRPr>
            </a:lvl5pPr>
            <a:lvl6pPr marL="1588" indent="0">
              <a:buNone/>
              <a:defRPr b="1">
                <a:solidFill>
                  <a:schemeClr val="tx2"/>
                </a:solidFill>
              </a:defRPr>
            </a:lvl6pPr>
            <a:lvl7pPr marL="1588" indent="0">
              <a:buNone/>
              <a:defRPr b="1">
                <a:solidFill>
                  <a:schemeClr val="tx2"/>
                </a:solidFill>
              </a:defRPr>
            </a:lvl7pPr>
            <a:lvl8pPr marL="1588" indent="0">
              <a:buNone/>
              <a:defRPr b="1">
                <a:solidFill>
                  <a:schemeClr val="tx2"/>
                </a:solidFill>
              </a:defRPr>
            </a:lvl8pPr>
            <a:lvl9pPr marL="1588" indent="0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9" name="Straight Connector 13"/>
          <p:cNvCxnSpPr/>
          <p:nvPr userDrawn="1"/>
        </p:nvCxnSpPr>
        <p:spPr bwMode="gray">
          <a:xfrm>
            <a:off x="1999567" y="2800986"/>
            <a:ext cx="0" cy="72720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14"/>
          <p:cNvCxnSpPr/>
          <p:nvPr userDrawn="1"/>
        </p:nvCxnSpPr>
        <p:spPr bwMode="gray">
          <a:xfrm>
            <a:off x="1779054" y="3164586"/>
            <a:ext cx="220918" cy="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Connector 13"/>
          <p:cNvCxnSpPr/>
          <p:nvPr userDrawn="1"/>
        </p:nvCxnSpPr>
        <p:spPr bwMode="gray">
          <a:xfrm>
            <a:off x="1999567" y="4542262"/>
            <a:ext cx="0" cy="72720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Connector 14"/>
          <p:cNvCxnSpPr/>
          <p:nvPr userDrawn="1"/>
        </p:nvCxnSpPr>
        <p:spPr bwMode="gray">
          <a:xfrm>
            <a:off x="1778487" y="4905862"/>
            <a:ext cx="220918" cy="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Straight Connector 13"/>
          <p:cNvCxnSpPr/>
          <p:nvPr userDrawn="1"/>
        </p:nvCxnSpPr>
        <p:spPr bwMode="gray">
          <a:xfrm>
            <a:off x="1999567" y="1930348"/>
            <a:ext cx="0" cy="72720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Straight Connector 14"/>
          <p:cNvCxnSpPr/>
          <p:nvPr userDrawn="1"/>
        </p:nvCxnSpPr>
        <p:spPr bwMode="gray">
          <a:xfrm>
            <a:off x="1779502" y="2293948"/>
            <a:ext cx="220918" cy="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Straight Connector 13"/>
          <p:cNvCxnSpPr/>
          <p:nvPr userDrawn="1"/>
        </p:nvCxnSpPr>
        <p:spPr bwMode="gray">
          <a:xfrm>
            <a:off x="1999568" y="3671624"/>
            <a:ext cx="0" cy="72720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Straight Connector 14"/>
          <p:cNvCxnSpPr/>
          <p:nvPr userDrawn="1"/>
        </p:nvCxnSpPr>
        <p:spPr bwMode="gray">
          <a:xfrm>
            <a:off x="1778487" y="4035224"/>
            <a:ext cx="220918" cy="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1" name="Straight Connector 50"/>
          <p:cNvCxnSpPr/>
          <p:nvPr userDrawn="1"/>
        </p:nvCxnSpPr>
        <p:spPr bwMode="gray">
          <a:xfrm>
            <a:off x="2072427" y="2729549"/>
            <a:ext cx="97808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 userDrawn="1"/>
        </p:nvCxnSpPr>
        <p:spPr bwMode="gray">
          <a:xfrm>
            <a:off x="2072427" y="3599904"/>
            <a:ext cx="97808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 userDrawn="1"/>
        </p:nvCxnSpPr>
        <p:spPr bwMode="gray">
          <a:xfrm>
            <a:off x="2072427" y="4470259"/>
            <a:ext cx="97808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 userDrawn="1">
            <p:ph type="dt" sz="half" idx="32"/>
          </p:nvPr>
        </p:nvSpPr>
        <p:spPr bwMode="gray"/>
        <p:txBody>
          <a:bodyPr/>
          <a:lstStyle/>
          <a:p>
            <a:fld id="{ED4418A7-E8E0-42C3-AC0C-9BF91949BA0B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33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34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Subtitle 2"/>
          <p:cNvSpPr>
            <a:spLocks noGrp="1"/>
          </p:cNvSpPr>
          <p:nvPr userDrawn="1"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35" hasCustomPrompt="1"/>
          </p:nvPr>
        </p:nvSpPr>
        <p:spPr>
          <a:xfrm>
            <a:off x="2218077" y="2100061"/>
            <a:ext cx="385200" cy="385200"/>
          </a:xfrm>
          <a:prstGeom prst="ellipse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spcBef>
                <a:spcPts val="0"/>
              </a:spcBef>
              <a:defRPr sz="2000" b="1">
                <a:solidFill>
                  <a:schemeClr val="bg1"/>
                </a:solidFill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pPr lvl="0"/>
            <a:r>
              <a:rPr lang="pl-PL" dirty="0"/>
              <a:t>1</a:t>
            </a:r>
            <a:endParaRPr lang="en-GB" dirty="0"/>
          </a:p>
        </p:txBody>
      </p:sp>
      <p:sp>
        <p:nvSpPr>
          <p:cNvPr id="54" name="Content Placeholder 6"/>
          <p:cNvSpPr>
            <a:spLocks noGrp="1"/>
          </p:cNvSpPr>
          <p:nvPr>
            <p:ph sz="quarter" idx="36" hasCustomPrompt="1"/>
          </p:nvPr>
        </p:nvSpPr>
        <p:spPr>
          <a:xfrm>
            <a:off x="2218077" y="2971986"/>
            <a:ext cx="385200" cy="385200"/>
          </a:xfrm>
          <a:prstGeom prst="ellipse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spcBef>
                <a:spcPts val="0"/>
              </a:spcBef>
              <a:defRPr sz="2000" b="1">
                <a:solidFill>
                  <a:schemeClr val="bg1"/>
                </a:solidFill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pPr lvl="0"/>
            <a:r>
              <a:rPr lang="pl-PL" dirty="0"/>
              <a:t>2</a:t>
            </a:r>
            <a:endParaRPr lang="en-GB" dirty="0"/>
          </a:p>
        </p:txBody>
      </p:sp>
      <p:sp>
        <p:nvSpPr>
          <p:cNvPr id="55" name="Content Placeholder 6"/>
          <p:cNvSpPr>
            <a:spLocks noGrp="1"/>
          </p:cNvSpPr>
          <p:nvPr>
            <p:ph sz="quarter" idx="37" hasCustomPrompt="1"/>
          </p:nvPr>
        </p:nvSpPr>
        <p:spPr>
          <a:xfrm>
            <a:off x="2218077" y="3843416"/>
            <a:ext cx="385200" cy="385200"/>
          </a:xfrm>
          <a:prstGeom prst="ellipse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spcBef>
                <a:spcPts val="0"/>
              </a:spcBef>
              <a:defRPr sz="2000" b="1">
                <a:solidFill>
                  <a:schemeClr val="bg1"/>
                </a:solidFill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pPr lvl="0"/>
            <a:r>
              <a:rPr lang="pl-PL" dirty="0"/>
              <a:t>3</a:t>
            </a:r>
            <a:endParaRPr lang="en-GB" dirty="0"/>
          </a:p>
        </p:txBody>
      </p:sp>
      <p:sp>
        <p:nvSpPr>
          <p:cNvPr id="56" name="Content Placeholder 6"/>
          <p:cNvSpPr>
            <a:spLocks noGrp="1"/>
          </p:cNvSpPr>
          <p:nvPr>
            <p:ph sz="quarter" idx="38" hasCustomPrompt="1"/>
          </p:nvPr>
        </p:nvSpPr>
        <p:spPr>
          <a:xfrm>
            <a:off x="2218077" y="4708172"/>
            <a:ext cx="385200" cy="385200"/>
          </a:xfrm>
          <a:prstGeom prst="ellipse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spcBef>
                <a:spcPts val="0"/>
              </a:spcBef>
              <a:defRPr sz="2000" b="1">
                <a:solidFill>
                  <a:schemeClr val="bg1"/>
                </a:solidFill>
                <a:latin typeface="ABBvoice" panose="020D0603020503020204" pitchFamily="34" charset="0"/>
                <a:ea typeface="ABBvoice" panose="020D0603020503020204" pitchFamily="34" charset="0"/>
                <a:cs typeface="ABBvoice" panose="020D0603020503020204" pitchFamily="34" charset="0"/>
              </a:defRPr>
            </a:lvl1pPr>
          </a:lstStyle>
          <a:p>
            <a:pPr lvl="0"/>
            <a:r>
              <a:rPr lang="pl-PL" dirty="0"/>
              <a:t>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936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: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2553272" y="1931194"/>
            <a:ext cx="2899094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11"/>
          <p:cNvSpPr>
            <a:spLocks noGrp="1"/>
          </p:cNvSpPr>
          <p:nvPr>
            <p:ph type="body" sz="quarter" idx="27"/>
          </p:nvPr>
        </p:nvSpPr>
        <p:spPr bwMode="gray">
          <a:xfrm>
            <a:off x="5754947" y="1931194"/>
            <a:ext cx="28980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11"/>
          <p:cNvSpPr>
            <a:spLocks noGrp="1"/>
          </p:cNvSpPr>
          <p:nvPr>
            <p:ph type="body" sz="quarter" idx="28"/>
          </p:nvPr>
        </p:nvSpPr>
        <p:spPr bwMode="gray">
          <a:xfrm>
            <a:off x="8955527" y="1931194"/>
            <a:ext cx="2898000" cy="252000"/>
          </a:xfrm>
        </p:spPr>
        <p:txBody>
          <a:bodyPr lIns="0" tIns="0" rIns="0" anchor="t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2553272" y="2317748"/>
            <a:ext cx="2903803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21"/>
          </p:nvPr>
        </p:nvSpPr>
        <p:spPr bwMode="gray">
          <a:xfrm>
            <a:off x="2553273" y="3573970"/>
            <a:ext cx="2903803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3"/>
          <p:cNvSpPr>
            <a:spLocks noGrp="1"/>
          </p:cNvSpPr>
          <p:nvPr>
            <p:ph sz="quarter" idx="22"/>
          </p:nvPr>
        </p:nvSpPr>
        <p:spPr bwMode="gray">
          <a:xfrm>
            <a:off x="2553273" y="4830194"/>
            <a:ext cx="2903803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1931196"/>
            <a:ext cx="1916766" cy="1231942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3"/>
          <p:cNvSpPr>
            <a:spLocks noGrp="1"/>
          </p:cNvSpPr>
          <p:nvPr>
            <p:ph sz="quarter" idx="24"/>
          </p:nvPr>
        </p:nvSpPr>
        <p:spPr bwMode="gray">
          <a:xfrm>
            <a:off x="333264" y="3305949"/>
            <a:ext cx="1916766" cy="1231942"/>
          </a:xfrm>
        </p:spPr>
        <p:txBody>
          <a:bodyPr lIns="0" tIns="0" rIns="0" bIns="0" anchor="ctr"/>
          <a:lstStyle>
            <a:lvl1pPr marL="0" indent="0" algn="l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 algn="l">
              <a:buNone/>
              <a:defRPr b="1">
                <a:solidFill>
                  <a:schemeClr val="tx2"/>
                </a:solidFill>
              </a:defRPr>
            </a:lvl2pPr>
            <a:lvl3pPr marL="0" indent="0" algn="l">
              <a:buNone/>
              <a:defRPr b="1">
                <a:solidFill>
                  <a:schemeClr val="tx2"/>
                </a:solidFill>
              </a:defRPr>
            </a:lvl3pPr>
            <a:lvl4pPr marL="0" indent="0" algn="l">
              <a:buNone/>
              <a:defRPr b="1">
                <a:solidFill>
                  <a:schemeClr val="tx2"/>
                </a:solidFill>
              </a:defRPr>
            </a:lvl4pPr>
            <a:lvl5pPr marL="0" indent="0" algn="l">
              <a:buNone/>
              <a:defRPr b="1">
                <a:solidFill>
                  <a:schemeClr val="tx2"/>
                </a:solidFill>
              </a:defRPr>
            </a:lvl5pPr>
            <a:lvl6pPr marL="0" indent="0" algn="l">
              <a:buNone/>
              <a:defRPr b="1">
                <a:solidFill>
                  <a:schemeClr val="tx2"/>
                </a:solidFill>
              </a:defRPr>
            </a:lvl6pPr>
            <a:lvl7pPr marL="0" indent="0" algn="l">
              <a:buNone/>
              <a:defRPr b="1">
                <a:solidFill>
                  <a:schemeClr val="tx2"/>
                </a:solidFill>
              </a:defRPr>
            </a:lvl7pPr>
            <a:lvl8pPr marL="0" indent="0" algn="l">
              <a:buNone/>
              <a:defRPr b="1">
                <a:solidFill>
                  <a:schemeClr val="tx2"/>
                </a:solidFill>
              </a:defRPr>
            </a:lvl8pPr>
            <a:lvl9pPr marL="0" indent="0" algn="l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333264" y="4680702"/>
            <a:ext cx="1916766" cy="1231942"/>
          </a:xfrm>
        </p:spPr>
        <p:txBody>
          <a:bodyPr lIns="0" tIns="0" rIns="0" bIns="0" anchor="ctr"/>
          <a:lstStyle>
            <a:lvl1pPr marL="0" indent="0">
              <a:buFont typeface="Arial" panose="020B0604020202020204" pitchFamily="34" charset="0"/>
              <a:buNone/>
              <a:defRPr b="1">
                <a:solidFill>
                  <a:schemeClr val="tx2"/>
                </a:solidFill>
              </a:defRPr>
            </a:lvl1pPr>
            <a:lvl2pPr marL="0" indent="0">
              <a:buNone/>
              <a:defRPr b="1">
                <a:solidFill>
                  <a:schemeClr val="tx2"/>
                </a:solidFill>
              </a:defRPr>
            </a:lvl2pPr>
            <a:lvl3pPr marL="0" indent="0">
              <a:buNone/>
              <a:defRPr b="1">
                <a:solidFill>
                  <a:schemeClr val="tx2"/>
                </a:solidFill>
              </a:defRPr>
            </a:lvl3pPr>
            <a:lvl4pPr marL="0" indent="0">
              <a:buNone/>
              <a:defRPr b="1">
                <a:solidFill>
                  <a:schemeClr val="tx2"/>
                </a:solidFill>
              </a:defRPr>
            </a:lvl4pPr>
            <a:lvl5pPr marL="0" indent="0">
              <a:buNone/>
              <a:defRPr b="1">
                <a:solidFill>
                  <a:schemeClr val="tx2"/>
                </a:solidFill>
              </a:defRPr>
            </a:lvl5pPr>
            <a:lvl6pPr marL="0" indent="0">
              <a:buNone/>
              <a:defRPr b="1">
                <a:solidFill>
                  <a:schemeClr val="tx2"/>
                </a:solidFill>
              </a:defRPr>
            </a:lvl6pPr>
            <a:lvl7pPr marL="0" indent="0">
              <a:buNone/>
              <a:defRPr b="1">
                <a:solidFill>
                  <a:schemeClr val="tx2"/>
                </a:solidFill>
              </a:defRPr>
            </a:lvl7pPr>
            <a:lvl8pPr marL="0" indent="0">
              <a:buNone/>
              <a:defRPr b="1">
                <a:solidFill>
                  <a:schemeClr val="tx2"/>
                </a:solidFill>
              </a:defRPr>
            </a:lvl8pPr>
            <a:lvl9pPr marL="0" indent="0">
              <a:buNone/>
              <a:defRPr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8" name="Straight Connector 27"/>
          <p:cNvCxnSpPr/>
          <p:nvPr userDrawn="1"/>
        </p:nvCxnSpPr>
        <p:spPr bwMode="gray">
          <a:xfrm>
            <a:off x="2553272" y="2238607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 bwMode="gray">
          <a:xfrm>
            <a:off x="2550359" y="3487659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 userDrawn="1"/>
        </p:nvCxnSpPr>
        <p:spPr bwMode="gray">
          <a:xfrm>
            <a:off x="2550359" y="4743881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 bwMode="gray">
          <a:xfrm>
            <a:off x="5754400" y="2238607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 bwMode="gray">
          <a:xfrm>
            <a:off x="5752943" y="3487659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 bwMode="gray">
          <a:xfrm>
            <a:off x="5752943" y="4743881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 bwMode="gray">
          <a:xfrm>
            <a:off x="8955527" y="2238607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 userDrawn="1"/>
        </p:nvCxnSpPr>
        <p:spPr bwMode="gray">
          <a:xfrm>
            <a:off x="8955527" y="3487659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 bwMode="gray">
          <a:xfrm>
            <a:off x="8955527" y="4743881"/>
            <a:ext cx="289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Content Placeholder 3"/>
          <p:cNvSpPr>
            <a:spLocks noGrp="1"/>
          </p:cNvSpPr>
          <p:nvPr>
            <p:ph sz="quarter" idx="29"/>
          </p:nvPr>
        </p:nvSpPr>
        <p:spPr bwMode="gray">
          <a:xfrm>
            <a:off x="5757301" y="2317748"/>
            <a:ext cx="2898000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Content Placeholder 3"/>
          <p:cNvSpPr>
            <a:spLocks noGrp="1"/>
          </p:cNvSpPr>
          <p:nvPr>
            <p:ph sz="quarter" idx="30"/>
          </p:nvPr>
        </p:nvSpPr>
        <p:spPr bwMode="gray">
          <a:xfrm>
            <a:off x="5757302" y="3573970"/>
            <a:ext cx="2898000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Content Placeholder 3"/>
          <p:cNvSpPr>
            <a:spLocks noGrp="1"/>
          </p:cNvSpPr>
          <p:nvPr>
            <p:ph sz="quarter" idx="31"/>
          </p:nvPr>
        </p:nvSpPr>
        <p:spPr bwMode="gray">
          <a:xfrm>
            <a:off x="5757302" y="4830194"/>
            <a:ext cx="2898000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Content Placeholder 3"/>
          <p:cNvSpPr>
            <a:spLocks noGrp="1"/>
          </p:cNvSpPr>
          <p:nvPr>
            <p:ph sz="quarter" idx="32"/>
          </p:nvPr>
        </p:nvSpPr>
        <p:spPr bwMode="gray">
          <a:xfrm>
            <a:off x="8955527" y="2317748"/>
            <a:ext cx="2898000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Content Placeholder 3"/>
          <p:cNvSpPr>
            <a:spLocks noGrp="1"/>
          </p:cNvSpPr>
          <p:nvPr>
            <p:ph sz="quarter" idx="33"/>
          </p:nvPr>
        </p:nvSpPr>
        <p:spPr bwMode="gray">
          <a:xfrm>
            <a:off x="8955527" y="3573970"/>
            <a:ext cx="2898000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Content Placeholder 3"/>
          <p:cNvSpPr>
            <a:spLocks noGrp="1"/>
          </p:cNvSpPr>
          <p:nvPr>
            <p:ph sz="quarter" idx="34"/>
          </p:nvPr>
        </p:nvSpPr>
        <p:spPr bwMode="gray">
          <a:xfrm>
            <a:off x="8955527" y="4830194"/>
            <a:ext cx="2898000" cy="1083600"/>
          </a:xfr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5"/>
          </p:nvPr>
        </p:nvSpPr>
        <p:spPr bwMode="gray"/>
        <p:txBody>
          <a:bodyPr/>
          <a:lstStyle/>
          <a:p>
            <a:fld id="{61D1DE91-E2DE-4375-B4FF-ECFCEDDDCBE0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6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7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1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8" y="1085213"/>
            <a:ext cx="11520896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1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: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333264" y="1931945"/>
            <a:ext cx="3643200" cy="360000"/>
          </a:xfrm>
          <a:prstGeom prst="homePlate">
            <a:avLst/>
          </a:prstGeom>
          <a:solidFill>
            <a:schemeClr val="accent4"/>
          </a:solidFill>
        </p:spPr>
        <p:txBody>
          <a:bodyPr lIns="28800" tIns="0" rIns="288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24"/>
          </p:nvPr>
        </p:nvSpPr>
        <p:spPr bwMode="gray">
          <a:xfrm>
            <a:off x="4271796" y="1931945"/>
            <a:ext cx="3643200" cy="360000"/>
          </a:xfrm>
          <a:prstGeom prst="chevron">
            <a:avLst/>
          </a:prstGeom>
          <a:solidFill>
            <a:schemeClr val="accent4"/>
          </a:solidFill>
        </p:spPr>
        <p:txBody>
          <a:bodyPr lIns="28800" tIns="0" rIns="288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6"/>
          </p:nvPr>
        </p:nvSpPr>
        <p:spPr bwMode="gray">
          <a:xfrm>
            <a:off x="8210327" y="1931945"/>
            <a:ext cx="3643200" cy="360000"/>
          </a:xfrm>
          <a:prstGeom prst="chevron">
            <a:avLst/>
          </a:prstGeom>
          <a:solidFill>
            <a:schemeClr val="accent4"/>
          </a:solidFill>
        </p:spPr>
        <p:txBody>
          <a:bodyPr lIns="28800" tIns="0" rIns="28800" anchor="ctr"/>
          <a:lstStyle>
            <a:lvl1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33264" y="682313"/>
            <a:ext cx="11520000" cy="39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/>
          <a:p>
            <a:fld id="{00C3FEDD-2DA3-4289-9B1F-96211D1B5114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3"/>
          </p:nvPr>
        </p:nvSpPr>
        <p:spPr bwMode="gray">
          <a:xfrm>
            <a:off x="333264" y="2402146"/>
            <a:ext cx="3643200" cy="351129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25"/>
          </p:nvPr>
        </p:nvSpPr>
        <p:spPr bwMode="gray">
          <a:xfrm>
            <a:off x="4271796" y="2402146"/>
            <a:ext cx="3643200" cy="351129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3"/>
          <p:cNvSpPr>
            <a:spLocks noGrp="1"/>
          </p:cNvSpPr>
          <p:nvPr>
            <p:ph sz="quarter" idx="27"/>
          </p:nvPr>
        </p:nvSpPr>
        <p:spPr bwMode="gray">
          <a:xfrm>
            <a:off x="8210327" y="2402146"/>
            <a:ext cx="3643200" cy="351129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 bwMode="gray">
          <a:xfrm>
            <a:off x="4124130" y="2473348"/>
            <a:ext cx="0" cy="34400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 bwMode="gray">
          <a:xfrm>
            <a:off x="8062662" y="2473348"/>
            <a:ext cx="0" cy="34400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7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2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2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 bwMode="gray">
          <a:xfrm>
            <a:off x="2" y="0"/>
            <a:ext cx="12192000" cy="6858000"/>
          </a:xfrm>
          <a:custGeom>
            <a:avLst/>
            <a:gdLst>
              <a:gd name="connsiteX0" fmla="*/ 334746 w 12192000"/>
              <a:gd name="connsiteY0" fmla="*/ 530044 h 6858000"/>
              <a:gd name="connsiteX1" fmla="*/ 334746 w 12192000"/>
              <a:gd name="connsiteY1" fmla="*/ 558844 h 6858000"/>
              <a:gd name="connsiteX2" fmla="*/ 561546 w 12192000"/>
              <a:gd name="connsiteY2" fmla="*/ 558844 h 6858000"/>
              <a:gd name="connsiteX3" fmla="*/ 561546 w 12192000"/>
              <a:gd name="connsiteY3" fmla="*/ 530044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34746" y="530044"/>
                </a:moveTo>
                <a:lnTo>
                  <a:pt x="334746" y="558844"/>
                </a:lnTo>
                <a:lnTo>
                  <a:pt x="561546" y="558844"/>
                </a:lnTo>
                <a:lnTo>
                  <a:pt x="561546" y="53004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32366" y="622788"/>
            <a:ext cx="11520898" cy="396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A1F808C0-290B-4263-8A52-B569B4875133}" type="datetime4">
              <a:rPr lang="en-US" smtClean="0"/>
              <a:pPr/>
              <a:t>November 11,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 userDrawn="1"/>
        </p:nvSpPr>
        <p:spPr bwMode="gray">
          <a:xfrm>
            <a:off x="242214" y="447781"/>
            <a:ext cx="550971" cy="15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1800" b="1" dirty="0">
                <a:solidFill>
                  <a:srgbClr val="FF0000"/>
                </a:solidFill>
              </a:rPr>
              <a:t>—</a:t>
            </a:r>
            <a:endParaRPr lang="en-US" sz="1800" b="1" dirty="0" err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45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1F808C0-290B-4263-8A52-B569B4875133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pPr lvl="8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3"/>
          </p:nvPr>
        </p:nvSpPr>
        <p:spPr bwMode="gray">
          <a:xfrm>
            <a:off x="332367" y="1085213"/>
            <a:ext cx="11520898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5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4: 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70479A72-920A-415B-8469-E7772A79C549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1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616" y="2793573"/>
            <a:ext cx="3296776" cy="126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56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_Simp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 bwMode="gray">
          <a:xfrm>
            <a:off x="369992" y="1816571"/>
            <a:ext cx="11443717" cy="409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3"/>
          </p:nvPr>
        </p:nvSpPr>
        <p:spPr bwMode="gray">
          <a:xfrm>
            <a:off x="340074" y="1120928"/>
            <a:ext cx="11473636" cy="504000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A7ACB855-50C9-4F86-A518-9FAC0F011B9E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45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3"/>
          </p:nvPr>
        </p:nvSpPr>
        <p:spPr bwMode="gray">
          <a:xfrm>
            <a:off x="257879" y="1120928"/>
            <a:ext cx="11649905" cy="504000"/>
          </a:xfr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04723B6-2C37-4C03-92C2-AA6C4A469955}" type="datetime4">
              <a:rPr lang="en-US" smtClean="0"/>
              <a:t>November 11, 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9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CF17-7B82-7A45-8D12-922A0915A4E1}" type="datetime1">
              <a:rPr lang="en-US" smtClean="0"/>
              <a:t>11/11/2022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40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33264" y="682313"/>
            <a:ext cx="11520000" cy="396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2499782" y="6298397"/>
            <a:ext cx="8490250" cy="500072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 rtl="0">
              <a:defRPr sz="1000">
                <a:solidFill>
                  <a:schemeClr val="accent3"/>
                </a:solidFill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332367" y="6489341"/>
            <a:ext cx="1162951" cy="11819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3"/>
                </a:solidFill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fld id="{B2016A11-4950-4F3F-938B-45DEE5F72969}" type="datetime4">
              <a:rPr lang="en-US" smtClean="0"/>
              <a:pPr/>
              <a:t>November 11, 2022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333264" y="1931194"/>
            <a:ext cx="11520000" cy="39821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798114" y="6488733"/>
            <a:ext cx="676888" cy="11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3"/>
                </a:solidFill>
              </a:defRPr>
            </a:lvl1pPr>
            <a:lvl2pPr marL="0" indent="0">
              <a:defRPr sz="1000">
                <a:solidFill>
                  <a:schemeClr val="accent3"/>
                </a:solidFill>
              </a:defRPr>
            </a:lvl2pPr>
            <a:lvl3pPr marL="0" indent="0">
              <a:defRPr sz="1000">
                <a:solidFill>
                  <a:schemeClr val="accent3"/>
                </a:solidFill>
              </a:defRPr>
            </a:lvl3pPr>
            <a:lvl4pPr marL="0" indent="0">
              <a:defRPr sz="1000">
                <a:solidFill>
                  <a:schemeClr val="accent3"/>
                </a:solidFill>
              </a:defRPr>
            </a:lvl4pPr>
            <a:lvl5pPr marL="0" indent="0">
              <a:defRPr sz="1000">
                <a:solidFill>
                  <a:schemeClr val="accent3"/>
                </a:solidFill>
              </a:defRPr>
            </a:lvl5pPr>
            <a:lvl6pPr marL="0" indent="0">
              <a:defRPr sz="1000">
                <a:solidFill>
                  <a:schemeClr val="accent3"/>
                </a:solidFill>
              </a:defRPr>
            </a:lvl6pPr>
            <a:lvl7pPr marL="0" indent="0">
              <a:defRPr sz="1000">
                <a:solidFill>
                  <a:schemeClr val="accent3"/>
                </a:solidFill>
              </a:defRPr>
            </a:lvl7pPr>
            <a:lvl8pPr marL="0" indent="0">
              <a:defRPr sz="1000">
                <a:solidFill>
                  <a:schemeClr val="accent3"/>
                </a:solidFill>
              </a:defRPr>
            </a:lvl8pPr>
            <a:lvl9pPr marL="0" indent="0">
              <a:defRPr sz="1000">
                <a:solidFill>
                  <a:schemeClr val="accent3"/>
                </a:solidFill>
              </a:defRPr>
            </a:lvl9pPr>
          </a:lstStyle>
          <a:p>
            <a:r>
              <a:rPr lang="en-US" dirty="0"/>
              <a:t>Slide </a:t>
            </a:r>
            <a:fld id="{619F89D8-7AE3-494A-97F3-03D68086963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 bwMode="gray">
          <a:xfrm>
            <a:off x="335577" y="6094413"/>
            <a:ext cx="11520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68" name="Group 67"/>
          <p:cNvGrpSpPr/>
          <p:nvPr/>
        </p:nvGrpSpPr>
        <p:grpSpPr bwMode="gray">
          <a:xfrm>
            <a:off x="334271" y="6327549"/>
            <a:ext cx="337946" cy="88364"/>
            <a:chOff x="61913" y="5218113"/>
            <a:chExt cx="3138487" cy="820737"/>
          </a:xfrm>
          <a:solidFill>
            <a:schemeClr val="accent3"/>
          </a:solidFill>
        </p:grpSpPr>
        <p:sp>
          <p:nvSpPr>
            <p:cNvPr id="69" name="Freeform 16"/>
            <p:cNvSpPr>
              <a:spLocks noEditPoints="1"/>
            </p:cNvSpPr>
            <p:nvPr userDrawn="1"/>
          </p:nvSpPr>
          <p:spPr bwMode="gray">
            <a:xfrm>
              <a:off x="61913" y="5218113"/>
              <a:ext cx="828675" cy="820737"/>
            </a:xfrm>
            <a:custGeom>
              <a:avLst/>
              <a:gdLst>
                <a:gd name="T0" fmla="*/ 111 w 221"/>
                <a:gd name="T1" fmla="*/ 219 h 219"/>
                <a:gd name="T2" fmla="*/ 53 w 221"/>
                <a:gd name="T3" fmla="*/ 203 h 219"/>
                <a:gd name="T4" fmla="*/ 14 w 221"/>
                <a:gd name="T5" fmla="*/ 163 h 219"/>
                <a:gd name="T6" fmla="*/ 0 w 221"/>
                <a:gd name="T7" fmla="*/ 109 h 219"/>
                <a:gd name="T8" fmla="*/ 15 w 221"/>
                <a:gd name="T9" fmla="*/ 53 h 219"/>
                <a:gd name="T10" fmla="*/ 56 w 221"/>
                <a:gd name="T11" fmla="*/ 14 h 219"/>
                <a:gd name="T12" fmla="*/ 111 w 221"/>
                <a:gd name="T13" fmla="*/ 0 h 219"/>
                <a:gd name="T14" fmla="*/ 168 w 221"/>
                <a:gd name="T15" fmla="*/ 15 h 219"/>
                <a:gd name="T16" fmla="*/ 207 w 221"/>
                <a:gd name="T17" fmla="*/ 55 h 219"/>
                <a:gd name="T18" fmla="*/ 221 w 221"/>
                <a:gd name="T19" fmla="*/ 109 h 219"/>
                <a:gd name="T20" fmla="*/ 206 w 221"/>
                <a:gd name="T21" fmla="*/ 166 h 219"/>
                <a:gd name="T22" fmla="*/ 165 w 221"/>
                <a:gd name="T23" fmla="*/ 205 h 219"/>
                <a:gd name="T24" fmla="*/ 111 w 221"/>
                <a:gd name="T25" fmla="*/ 219 h 219"/>
                <a:gd name="T26" fmla="*/ 111 w 221"/>
                <a:gd name="T27" fmla="*/ 190 h 219"/>
                <a:gd name="T28" fmla="*/ 153 w 221"/>
                <a:gd name="T29" fmla="*/ 180 h 219"/>
                <a:gd name="T30" fmla="*/ 181 w 221"/>
                <a:gd name="T31" fmla="*/ 151 h 219"/>
                <a:gd name="T32" fmla="*/ 191 w 221"/>
                <a:gd name="T33" fmla="*/ 109 h 219"/>
                <a:gd name="T34" fmla="*/ 180 w 221"/>
                <a:gd name="T35" fmla="*/ 67 h 219"/>
                <a:gd name="T36" fmla="*/ 151 w 221"/>
                <a:gd name="T37" fmla="*/ 38 h 219"/>
                <a:gd name="T38" fmla="*/ 111 w 221"/>
                <a:gd name="T39" fmla="*/ 28 h 219"/>
                <a:gd name="T40" fmla="*/ 68 w 221"/>
                <a:gd name="T41" fmla="*/ 39 h 219"/>
                <a:gd name="T42" fmla="*/ 40 w 221"/>
                <a:gd name="T43" fmla="*/ 68 h 219"/>
                <a:gd name="T44" fmla="*/ 31 w 221"/>
                <a:gd name="T45" fmla="*/ 109 h 219"/>
                <a:gd name="T46" fmla="*/ 41 w 221"/>
                <a:gd name="T47" fmla="*/ 152 h 219"/>
                <a:gd name="T48" fmla="*/ 70 w 221"/>
                <a:gd name="T49" fmla="*/ 180 h 219"/>
                <a:gd name="T50" fmla="*/ 111 w 221"/>
                <a:gd name="T51" fmla="*/ 190 h 219"/>
                <a:gd name="T52" fmla="*/ 115 w 221"/>
                <a:gd name="T53" fmla="*/ 50 h 219"/>
                <a:gd name="T54" fmla="*/ 139 w 221"/>
                <a:gd name="T55" fmla="*/ 54 h 219"/>
                <a:gd name="T56" fmla="*/ 156 w 221"/>
                <a:gd name="T57" fmla="*/ 63 h 219"/>
                <a:gd name="T58" fmla="*/ 145 w 221"/>
                <a:gd name="T59" fmla="*/ 85 h 219"/>
                <a:gd name="T60" fmla="*/ 117 w 221"/>
                <a:gd name="T61" fmla="*/ 76 h 219"/>
                <a:gd name="T62" fmla="*/ 93 w 221"/>
                <a:gd name="T63" fmla="*/ 85 h 219"/>
                <a:gd name="T64" fmla="*/ 84 w 221"/>
                <a:gd name="T65" fmla="*/ 110 h 219"/>
                <a:gd name="T66" fmla="*/ 93 w 221"/>
                <a:gd name="T67" fmla="*/ 134 h 219"/>
                <a:gd name="T68" fmla="*/ 117 w 221"/>
                <a:gd name="T69" fmla="*/ 143 h 219"/>
                <a:gd name="T70" fmla="*/ 146 w 221"/>
                <a:gd name="T71" fmla="*/ 132 h 219"/>
                <a:gd name="T72" fmla="*/ 158 w 221"/>
                <a:gd name="T73" fmla="*/ 153 h 219"/>
                <a:gd name="T74" fmla="*/ 140 w 221"/>
                <a:gd name="T75" fmla="*/ 165 h 219"/>
                <a:gd name="T76" fmla="*/ 115 w 221"/>
                <a:gd name="T77" fmla="*/ 169 h 219"/>
                <a:gd name="T78" fmla="*/ 71 w 221"/>
                <a:gd name="T79" fmla="*/ 153 h 219"/>
                <a:gd name="T80" fmla="*/ 54 w 221"/>
                <a:gd name="T81" fmla="*/ 111 h 219"/>
                <a:gd name="T82" fmla="*/ 71 w 221"/>
                <a:gd name="T83" fmla="*/ 67 h 219"/>
                <a:gd name="T84" fmla="*/ 115 w 221"/>
                <a:gd name="T85" fmla="*/ 5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1" h="219">
                  <a:moveTo>
                    <a:pt x="111" y="219"/>
                  </a:moveTo>
                  <a:cubicBezTo>
                    <a:pt x="89" y="219"/>
                    <a:pt x="70" y="214"/>
                    <a:pt x="53" y="203"/>
                  </a:cubicBezTo>
                  <a:cubicBezTo>
                    <a:pt x="36" y="193"/>
                    <a:pt x="23" y="180"/>
                    <a:pt x="14" y="163"/>
                  </a:cubicBezTo>
                  <a:cubicBezTo>
                    <a:pt x="4" y="147"/>
                    <a:pt x="0" y="129"/>
                    <a:pt x="0" y="109"/>
                  </a:cubicBezTo>
                  <a:cubicBezTo>
                    <a:pt x="0" y="88"/>
                    <a:pt x="5" y="70"/>
                    <a:pt x="15" y="53"/>
                  </a:cubicBezTo>
                  <a:cubicBezTo>
                    <a:pt x="25" y="36"/>
                    <a:pt x="39" y="23"/>
                    <a:pt x="56" y="14"/>
                  </a:cubicBezTo>
                  <a:cubicBezTo>
                    <a:pt x="73" y="5"/>
                    <a:pt x="91" y="0"/>
                    <a:pt x="111" y="0"/>
                  </a:cubicBezTo>
                  <a:cubicBezTo>
                    <a:pt x="132" y="0"/>
                    <a:pt x="151" y="5"/>
                    <a:pt x="168" y="15"/>
                  </a:cubicBezTo>
                  <a:cubicBezTo>
                    <a:pt x="185" y="26"/>
                    <a:pt x="198" y="39"/>
                    <a:pt x="207" y="55"/>
                  </a:cubicBezTo>
                  <a:cubicBezTo>
                    <a:pt x="217" y="72"/>
                    <a:pt x="221" y="90"/>
                    <a:pt x="221" y="109"/>
                  </a:cubicBezTo>
                  <a:cubicBezTo>
                    <a:pt x="221" y="130"/>
                    <a:pt x="216" y="149"/>
                    <a:pt x="206" y="166"/>
                  </a:cubicBezTo>
                  <a:cubicBezTo>
                    <a:pt x="196" y="183"/>
                    <a:pt x="182" y="196"/>
                    <a:pt x="165" y="205"/>
                  </a:cubicBezTo>
                  <a:cubicBezTo>
                    <a:pt x="149" y="214"/>
                    <a:pt x="130" y="219"/>
                    <a:pt x="111" y="219"/>
                  </a:cubicBezTo>
                  <a:close/>
                  <a:moveTo>
                    <a:pt x="111" y="190"/>
                  </a:moveTo>
                  <a:cubicBezTo>
                    <a:pt x="127" y="190"/>
                    <a:pt x="141" y="187"/>
                    <a:pt x="153" y="180"/>
                  </a:cubicBezTo>
                  <a:cubicBezTo>
                    <a:pt x="165" y="173"/>
                    <a:pt x="174" y="163"/>
                    <a:pt x="181" y="151"/>
                  </a:cubicBezTo>
                  <a:cubicBezTo>
                    <a:pt x="187" y="139"/>
                    <a:pt x="191" y="125"/>
                    <a:pt x="191" y="109"/>
                  </a:cubicBezTo>
                  <a:cubicBezTo>
                    <a:pt x="191" y="93"/>
                    <a:pt x="187" y="79"/>
                    <a:pt x="180" y="67"/>
                  </a:cubicBezTo>
                  <a:cubicBezTo>
                    <a:pt x="173" y="55"/>
                    <a:pt x="163" y="45"/>
                    <a:pt x="151" y="38"/>
                  </a:cubicBezTo>
                  <a:cubicBezTo>
                    <a:pt x="139" y="32"/>
                    <a:pt x="126" y="28"/>
                    <a:pt x="111" y="28"/>
                  </a:cubicBezTo>
                  <a:cubicBezTo>
                    <a:pt x="95" y="28"/>
                    <a:pt x="81" y="32"/>
                    <a:pt x="68" y="39"/>
                  </a:cubicBezTo>
                  <a:cubicBezTo>
                    <a:pt x="56" y="46"/>
                    <a:pt x="47" y="56"/>
                    <a:pt x="40" y="68"/>
                  </a:cubicBezTo>
                  <a:cubicBezTo>
                    <a:pt x="34" y="80"/>
                    <a:pt x="31" y="94"/>
                    <a:pt x="31" y="109"/>
                  </a:cubicBezTo>
                  <a:cubicBezTo>
                    <a:pt x="31" y="126"/>
                    <a:pt x="34" y="140"/>
                    <a:pt x="41" y="152"/>
                  </a:cubicBezTo>
                  <a:cubicBezTo>
                    <a:pt x="48" y="164"/>
                    <a:pt x="58" y="174"/>
                    <a:pt x="70" y="180"/>
                  </a:cubicBezTo>
                  <a:cubicBezTo>
                    <a:pt x="82" y="187"/>
                    <a:pt x="95" y="190"/>
                    <a:pt x="111" y="190"/>
                  </a:cubicBezTo>
                  <a:close/>
                  <a:moveTo>
                    <a:pt x="115" y="50"/>
                  </a:moveTo>
                  <a:cubicBezTo>
                    <a:pt x="124" y="50"/>
                    <a:pt x="131" y="51"/>
                    <a:pt x="139" y="54"/>
                  </a:cubicBezTo>
                  <a:cubicBezTo>
                    <a:pt x="146" y="56"/>
                    <a:pt x="152" y="59"/>
                    <a:pt x="156" y="63"/>
                  </a:cubicBezTo>
                  <a:cubicBezTo>
                    <a:pt x="145" y="85"/>
                    <a:pt x="145" y="85"/>
                    <a:pt x="145" y="85"/>
                  </a:cubicBezTo>
                  <a:cubicBezTo>
                    <a:pt x="137" y="79"/>
                    <a:pt x="128" y="76"/>
                    <a:pt x="117" y="76"/>
                  </a:cubicBezTo>
                  <a:cubicBezTo>
                    <a:pt x="107" y="76"/>
                    <a:pt x="99" y="79"/>
                    <a:pt x="93" y="85"/>
                  </a:cubicBezTo>
                  <a:cubicBezTo>
                    <a:pt x="87" y="91"/>
                    <a:pt x="84" y="100"/>
                    <a:pt x="84" y="110"/>
                  </a:cubicBezTo>
                  <a:cubicBezTo>
                    <a:pt x="84" y="120"/>
                    <a:pt x="87" y="128"/>
                    <a:pt x="93" y="134"/>
                  </a:cubicBezTo>
                  <a:cubicBezTo>
                    <a:pt x="99" y="140"/>
                    <a:pt x="107" y="143"/>
                    <a:pt x="117" y="143"/>
                  </a:cubicBezTo>
                  <a:cubicBezTo>
                    <a:pt x="129" y="143"/>
                    <a:pt x="138" y="139"/>
                    <a:pt x="146" y="132"/>
                  </a:cubicBezTo>
                  <a:cubicBezTo>
                    <a:pt x="158" y="153"/>
                    <a:pt x="158" y="153"/>
                    <a:pt x="158" y="153"/>
                  </a:cubicBezTo>
                  <a:cubicBezTo>
                    <a:pt x="153" y="158"/>
                    <a:pt x="147" y="162"/>
                    <a:pt x="140" y="165"/>
                  </a:cubicBezTo>
                  <a:cubicBezTo>
                    <a:pt x="132" y="168"/>
                    <a:pt x="124" y="169"/>
                    <a:pt x="115" y="169"/>
                  </a:cubicBezTo>
                  <a:cubicBezTo>
                    <a:pt x="97" y="169"/>
                    <a:pt x="82" y="164"/>
                    <a:pt x="71" y="153"/>
                  </a:cubicBezTo>
                  <a:cubicBezTo>
                    <a:pt x="60" y="142"/>
                    <a:pt x="54" y="128"/>
                    <a:pt x="54" y="111"/>
                  </a:cubicBezTo>
                  <a:cubicBezTo>
                    <a:pt x="54" y="93"/>
                    <a:pt x="60" y="78"/>
                    <a:pt x="71" y="67"/>
                  </a:cubicBezTo>
                  <a:cubicBezTo>
                    <a:pt x="82" y="56"/>
                    <a:pt x="97" y="50"/>
                    <a:pt x="11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17"/>
            <p:cNvSpPr>
              <a:spLocks noEditPoints="1"/>
            </p:cNvSpPr>
            <p:nvPr userDrawn="1"/>
          </p:nvSpPr>
          <p:spPr bwMode="gray">
            <a:xfrm>
              <a:off x="957263" y="5237163"/>
              <a:ext cx="773112" cy="782637"/>
            </a:xfrm>
            <a:custGeom>
              <a:avLst/>
              <a:gdLst>
                <a:gd name="T0" fmla="*/ 305 w 487"/>
                <a:gd name="T1" fmla="*/ 0 h 493"/>
                <a:gd name="T2" fmla="*/ 487 w 487"/>
                <a:gd name="T3" fmla="*/ 493 h 493"/>
                <a:gd name="T4" fmla="*/ 369 w 487"/>
                <a:gd name="T5" fmla="*/ 493 h 493"/>
                <a:gd name="T6" fmla="*/ 336 w 487"/>
                <a:gd name="T7" fmla="*/ 390 h 493"/>
                <a:gd name="T8" fmla="*/ 151 w 487"/>
                <a:gd name="T9" fmla="*/ 390 h 493"/>
                <a:gd name="T10" fmla="*/ 118 w 487"/>
                <a:gd name="T11" fmla="*/ 493 h 493"/>
                <a:gd name="T12" fmla="*/ 0 w 487"/>
                <a:gd name="T13" fmla="*/ 493 h 493"/>
                <a:gd name="T14" fmla="*/ 184 w 487"/>
                <a:gd name="T15" fmla="*/ 0 h 493"/>
                <a:gd name="T16" fmla="*/ 305 w 487"/>
                <a:gd name="T17" fmla="*/ 0 h 493"/>
                <a:gd name="T18" fmla="*/ 180 w 487"/>
                <a:gd name="T19" fmla="*/ 300 h 493"/>
                <a:gd name="T20" fmla="*/ 307 w 487"/>
                <a:gd name="T21" fmla="*/ 300 h 493"/>
                <a:gd name="T22" fmla="*/ 243 w 487"/>
                <a:gd name="T23" fmla="*/ 104 h 493"/>
                <a:gd name="T24" fmla="*/ 180 w 487"/>
                <a:gd name="T25" fmla="*/ 30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87" h="493">
                  <a:moveTo>
                    <a:pt x="305" y="0"/>
                  </a:moveTo>
                  <a:lnTo>
                    <a:pt x="487" y="493"/>
                  </a:lnTo>
                  <a:lnTo>
                    <a:pt x="369" y="493"/>
                  </a:lnTo>
                  <a:lnTo>
                    <a:pt x="336" y="390"/>
                  </a:lnTo>
                  <a:lnTo>
                    <a:pt x="151" y="390"/>
                  </a:lnTo>
                  <a:lnTo>
                    <a:pt x="118" y="493"/>
                  </a:lnTo>
                  <a:lnTo>
                    <a:pt x="0" y="493"/>
                  </a:lnTo>
                  <a:lnTo>
                    <a:pt x="184" y="0"/>
                  </a:lnTo>
                  <a:lnTo>
                    <a:pt x="305" y="0"/>
                  </a:lnTo>
                  <a:close/>
                  <a:moveTo>
                    <a:pt x="180" y="300"/>
                  </a:moveTo>
                  <a:lnTo>
                    <a:pt x="307" y="300"/>
                  </a:lnTo>
                  <a:lnTo>
                    <a:pt x="243" y="104"/>
                  </a:lnTo>
                  <a:lnTo>
                    <a:pt x="18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18"/>
            <p:cNvSpPr>
              <a:spLocks noEditPoints="1"/>
            </p:cNvSpPr>
            <p:nvPr userDrawn="1"/>
          </p:nvSpPr>
          <p:spPr bwMode="gray">
            <a:xfrm>
              <a:off x="1819275" y="5237163"/>
              <a:ext cx="622300" cy="782637"/>
            </a:xfrm>
            <a:custGeom>
              <a:avLst/>
              <a:gdLst>
                <a:gd name="T0" fmla="*/ 0 w 166"/>
                <a:gd name="T1" fmla="*/ 0 h 209"/>
                <a:gd name="T2" fmla="*/ 82 w 166"/>
                <a:gd name="T3" fmla="*/ 0 h 209"/>
                <a:gd name="T4" fmla="*/ 132 w 166"/>
                <a:gd name="T5" fmla="*/ 15 h 209"/>
                <a:gd name="T6" fmla="*/ 150 w 166"/>
                <a:gd name="T7" fmla="*/ 53 h 209"/>
                <a:gd name="T8" fmla="*/ 128 w 166"/>
                <a:gd name="T9" fmla="*/ 94 h 209"/>
                <a:gd name="T10" fmla="*/ 166 w 166"/>
                <a:gd name="T11" fmla="*/ 146 h 209"/>
                <a:gd name="T12" fmla="*/ 146 w 166"/>
                <a:gd name="T13" fmla="*/ 192 h 209"/>
                <a:gd name="T14" fmla="*/ 86 w 166"/>
                <a:gd name="T15" fmla="*/ 209 h 209"/>
                <a:gd name="T16" fmla="*/ 0 w 166"/>
                <a:gd name="T17" fmla="*/ 209 h 209"/>
                <a:gd name="T18" fmla="*/ 0 w 166"/>
                <a:gd name="T19" fmla="*/ 0 h 209"/>
                <a:gd name="T20" fmla="*/ 78 w 166"/>
                <a:gd name="T21" fmla="*/ 81 h 209"/>
                <a:gd name="T22" fmla="*/ 99 w 166"/>
                <a:gd name="T23" fmla="*/ 75 h 209"/>
                <a:gd name="T24" fmla="*/ 106 w 166"/>
                <a:gd name="T25" fmla="*/ 59 h 209"/>
                <a:gd name="T26" fmla="*/ 99 w 166"/>
                <a:gd name="T27" fmla="*/ 42 h 209"/>
                <a:gd name="T28" fmla="*/ 79 w 166"/>
                <a:gd name="T29" fmla="*/ 37 h 209"/>
                <a:gd name="T30" fmla="*/ 46 w 166"/>
                <a:gd name="T31" fmla="*/ 37 h 209"/>
                <a:gd name="T32" fmla="*/ 46 w 166"/>
                <a:gd name="T33" fmla="*/ 81 h 209"/>
                <a:gd name="T34" fmla="*/ 78 w 166"/>
                <a:gd name="T35" fmla="*/ 81 h 209"/>
                <a:gd name="T36" fmla="*/ 84 w 166"/>
                <a:gd name="T37" fmla="*/ 172 h 209"/>
                <a:gd name="T38" fmla="*/ 111 w 166"/>
                <a:gd name="T39" fmla="*/ 165 h 209"/>
                <a:gd name="T40" fmla="*/ 120 w 166"/>
                <a:gd name="T41" fmla="*/ 145 h 209"/>
                <a:gd name="T42" fmla="*/ 111 w 166"/>
                <a:gd name="T43" fmla="*/ 124 h 209"/>
                <a:gd name="T44" fmla="*/ 85 w 166"/>
                <a:gd name="T45" fmla="*/ 117 h 209"/>
                <a:gd name="T46" fmla="*/ 46 w 166"/>
                <a:gd name="T47" fmla="*/ 117 h 209"/>
                <a:gd name="T48" fmla="*/ 46 w 166"/>
                <a:gd name="T49" fmla="*/ 172 h 209"/>
                <a:gd name="T50" fmla="*/ 84 w 166"/>
                <a:gd name="T51" fmla="*/ 17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6" h="209">
                  <a:moveTo>
                    <a:pt x="0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103" y="0"/>
                    <a:pt x="119" y="5"/>
                    <a:pt x="132" y="15"/>
                  </a:cubicBezTo>
                  <a:cubicBezTo>
                    <a:pt x="144" y="24"/>
                    <a:pt x="150" y="37"/>
                    <a:pt x="150" y="53"/>
                  </a:cubicBezTo>
                  <a:cubicBezTo>
                    <a:pt x="150" y="71"/>
                    <a:pt x="143" y="84"/>
                    <a:pt x="128" y="94"/>
                  </a:cubicBezTo>
                  <a:cubicBezTo>
                    <a:pt x="154" y="103"/>
                    <a:pt x="166" y="120"/>
                    <a:pt x="166" y="146"/>
                  </a:cubicBezTo>
                  <a:cubicBezTo>
                    <a:pt x="166" y="166"/>
                    <a:pt x="160" y="182"/>
                    <a:pt x="146" y="192"/>
                  </a:cubicBezTo>
                  <a:cubicBezTo>
                    <a:pt x="132" y="203"/>
                    <a:pt x="112" y="209"/>
                    <a:pt x="86" y="209"/>
                  </a:cubicBezTo>
                  <a:cubicBezTo>
                    <a:pt x="0" y="209"/>
                    <a:pt x="0" y="209"/>
                    <a:pt x="0" y="209"/>
                  </a:cubicBezTo>
                  <a:lnTo>
                    <a:pt x="0" y="0"/>
                  </a:lnTo>
                  <a:close/>
                  <a:moveTo>
                    <a:pt x="78" y="81"/>
                  </a:moveTo>
                  <a:cubicBezTo>
                    <a:pt x="87" y="81"/>
                    <a:pt x="94" y="79"/>
                    <a:pt x="99" y="75"/>
                  </a:cubicBezTo>
                  <a:cubicBezTo>
                    <a:pt x="104" y="71"/>
                    <a:pt x="106" y="66"/>
                    <a:pt x="106" y="59"/>
                  </a:cubicBezTo>
                  <a:cubicBezTo>
                    <a:pt x="106" y="52"/>
                    <a:pt x="104" y="46"/>
                    <a:pt x="99" y="42"/>
                  </a:cubicBezTo>
                  <a:cubicBezTo>
                    <a:pt x="94" y="38"/>
                    <a:pt x="87" y="37"/>
                    <a:pt x="79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81"/>
                    <a:pt x="46" y="81"/>
                    <a:pt x="46" y="81"/>
                  </a:cubicBezTo>
                  <a:lnTo>
                    <a:pt x="78" y="81"/>
                  </a:lnTo>
                  <a:close/>
                  <a:moveTo>
                    <a:pt x="84" y="172"/>
                  </a:moveTo>
                  <a:cubicBezTo>
                    <a:pt x="96" y="172"/>
                    <a:pt x="105" y="169"/>
                    <a:pt x="111" y="165"/>
                  </a:cubicBezTo>
                  <a:cubicBezTo>
                    <a:pt x="117" y="160"/>
                    <a:pt x="120" y="154"/>
                    <a:pt x="120" y="145"/>
                  </a:cubicBezTo>
                  <a:cubicBezTo>
                    <a:pt x="120" y="136"/>
                    <a:pt x="117" y="129"/>
                    <a:pt x="111" y="124"/>
                  </a:cubicBezTo>
                  <a:cubicBezTo>
                    <a:pt x="105" y="119"/>
                    <a:pt x="96" y="117"/>
                    <a:pt x="85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6" y="172"/>
                    <a:pt x="46" y="172"/>
                    <a:pt x="46" y="172"/>
                  </a:cubicBezTo>
                  <a:lnTo>
                    <a:pt x="84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19"/>
            <p:cNvSpPr>
              <a:spLocks noEditPoints="1"/>
            </p:cNvSpPr>
            <p:nvPr userDrawn="1"/>
          </p:nvSpPr>
          <p:spPr bwMode="gray">
            <a:xfrm>
              <a:off x="2573338" y="5237163"/>
              <a:ext cx="627062" cy="782637"/>
            </a:xfrm>
            <a:custGeom>
              <a:avLst/>
              <a:gdLst>
                <a:gd name="T0" fmla="*/ 0 w 167"/>
                <a:gd name="T1" fmla="*/ 0 h 209"/>
                <a:gd name="T2" fmla="*/ 82 w 167"/>
                <a:gd name="T3" fmla="*/ 0 h 209"/>
                <a:gd name="T4" fmla="*/ 132 w 167"/>
                <a:gd name="T5" fmla="*/ 15 h 209"/>
                <a:gd name="T6" fmla="*/ 150 w 167"/>
                <a:gd name="T7" fmla="*/ 53 h 209"/>
                <a:gd name="T8" fmla="*/ 128 w 167"/>
                <a:gd name="T9" fmla="*/ 94 h 209"/>
                <a:gd name="T10" fmla="*/ 167 w 167"/>
                <a:gd name="T11" fmla="*/ 146 h 209"/>
                <a:gd name="T12" fmla="*/ 146 w 167"/>
                <a:gd name="T13" fmla="*/ 192 h 209"/>
                <a:gd name="T14" fmla="*/ 86 w 167"/>
                <a:gd name="T15" fmla="*/ 209 h 209"/>
                <a:gd name="T16" fmla="*/ 0 w 167"/>
                <a:gd name="T17" fmla="*/ 209 h 209"/>
                <a:gd name="T18" fmla="*/ 0 w 167"/>
                <a:gd name="T19" fmla="*/ 0 h 209"/>
                <a:gd name="T20" fmla="*/ 79 w 167"/>
                <a:gd name="T21" fmla="*/ 81 h 209"/>
                <a:gd name="T22" fmla="*/ 99 w 167"/>
                <a:gd name="T23" fmla="*/ 75 h 209"/>
                <a:gd name="T24" fmla="*/ 106 w 167"/>
                <a:gd name="T25" fmla="*/ 59 h 209"/>
                <a:gd name="T26" fmla="*/ 99 w 167"/>
                <a:gd name="T27" fmla="*/ 42 h 209"/>
                <a:gd name="T28" fmla="*/ 79 w 167"/>
                <a:gd name="T29" fmla="*/ 37 h 209"/>
                <a:gd name="T30" fmla="*/ 46 w 167"/>
                <a:gd name="T31" fmla="*/ 37 h 209"/>
                <a:gd name="T32" fmla="*/ 46 w 167"/>
                <a:gd name="T33" fmla="*/ 81 h 209"/>
                <a:gd name="T34" fmla="*/ 79 w 167"/>
                <a:gd name="T35" fmla="*/ 81 h 209"/>
                <a:gd name="T36" fmla="*/ 84 w 167"/>
                <a:gd name="T37" fmla="*/ 172 h 209"/>
                <a:gd name="T38" fmla="*/ 111 w 167"/>
                <a:gd name="T39" fmla="*/ 165 h 209"/>
                <a:gd name="T40" fmla="*/ 121 w 167"/>
                <a:gd name="T41" fmla="*/ 145 h 209"/>
                <a:gd name="T42" fmla="*/ 111 w 167"/>
                <a:gd name="T43" fmla="*/ 124 h 209"/>
                <a:gd name="T44" fmla="*/ 85 w 167"/>
                <a:gd name="T45" fmla="*/ 117 h 209"/>
                <a:gd name="T46" fmla="*/ 46 w 167"/>
                <a:gd name="T47" fmla="*/ 117 h 209"/>
                <a:gd name="T48" fmla="*/ 46 w 167"/>
                <a:gd name="T49" fmla="*/ 172 h 209"/>
                <a:gd name="T50" fmla="*/ 84 w 167"/>
                <a:gd name="T51" fmla="*/ 172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67" h="209">
                  <a:moveTo>
                    <a:pt x="0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103" y="0"/>
                    <a:pt x="120" y="5"/>
                    <a:pt x="132" y="15"/>
                  </a:cubicBezTo>
                  <a:cubicBezTo>
                    <a:pt x="144" y="24"/>
                    <a:pt x="150" y="37"/>
                    <a:pt x="150" y="53"/>
                  </a:cubicBezTo>
                  <a:cubicBezTo>
                    <a:pt x="150" y="71"/>
                    <a:pt x="143" y="84"/>
                    <a:pt x="128" y="94"/>
                  </a:cubicBezTo>
                  <a:cubicBezTo>
                    <a:pt x="154" y="103"/>
                    <a:pt x="167" y="120"/>
                    <a:pt x="167" y="146"/>
                  </a:cubicBezTo>
                  <a:cubicBezTo>
                    <a:pt x="167" y="166"/>
                    <a:pt x="160" y="182"/>
                    <a:pt x="146" y="192"/>
                  </a:cubicBezTo>
                  <a:cubicBezTo>
                    <a:pt x="132" y="203"/>
                    <a:pt x="112" y="209"/>
                    <a:pt x="86" y="209"/>
                  </a:cubicBezTo>
                  <a:cubicBezTo>
                    <a:pt x="0" y="209"/>
                    <a:pt x="0" y="209"/>
                    <a:pt x="0" y="209"/>
                  </a:cubicBezTo>
                  <a:lnTo>
                    <a:pt x="0" y="0"/>
                  </a:lnTo>
                  <a:close/>
                  <a:moveTo>
                    <a:pt x="79" y="81"/>
                  </a:moveTo>
                  <a:cubicBezTo>
                    <a:pt x="87" y="81"/>
                    <a:pt x="94" y="79"/>
                    <a:pt x="99" y="75"/>
                  </a:cubicBezTo>
                  <a:cubicBezTo>
                    <a:pt x="104" y="71"/>
                    <a:pt x="106" y="66"/>
                    <a:pt x="106" y="59"/>
                  </a:cubicBezTo>
                  <a:cubicBezTo>
                    <a:pt x="106" y="52"/>
                    <a:pt x="104" y="46"/>
                    <a:pt x="99" y="42"/>
                  </a:cubicBezTo>
                  <a:cubicBezTo>
                    <a:pt x="94" y="38"/>
                    <a:pt x="88" y="37"/>
                    <a:pt x="79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81"/>
                    <a:pt x="46" y="81"/>
                    <a:pt x="46" y="81"/>
                  </a:cubicBezTo>
                  <a:lnTo>
                    <a:pt x="79" y="81"/>
                  </a:lnTo>
                  <a:close/>
                  <a:moveTo>
                    <a:pt x="84" y="172"/>
                  </a:moveTo>
                  <a:cubicBezTo>
                    <a:pt x="96" y="172"/>
                    <a:pt x="105" y="169"/>
                    <a:pt x="111" y="165"/>
                  </a:cubicBezTo>
                  <a:cubicBezTo>
                    <a:pt x="118" y="160"/>
                    <a:pt x="121" y="154"/>
                    <a:pt x="121" y="145"/>
                  </a:cubicBezTo>
                  <a:cubicBezTo>
                    <a:pt x="121" y="136"/>
                    <a:pt x="117" y="129"/>
                    <a:pt x="111" y="124"/>
                  </a:cubicBezTo>
                  <a:cubicBezTo>
                    <a:pt x="105" y="119"/>
                    <a:pt x="96" y="117"/>
                    <a:pt x="85" y="117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6" y="172"/>
                    <a:pt x="46" y="172"/>
                    <a:pt x="46" y="172"/>
                  </a:cubicBezTo>
                  <a:lnTo>
                    <a:pt x="84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cxnSp>
        <p:nvCxnSpPr>
          <p:cNvPr id="73" name="Straight Connector 72"/>
          <p:cNvCxnSpPr/>
          <p:nvPr/>
        </p:nvCxnSpPr>
        <p:spPr bwMode="gray">
          <a:xfrm>
            <a:off x="1692854" y="6472543"/>
            <a:ext cx="0" cy="132461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 bwMode="gray">
          <a:xfrm>
            <a:off x="242214" y="426352"/>
            <a:ext cx="550971" cy="15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DE" sz="2400" b="1" dirty="0">
                <a:solidFill>
                  <a:schemeClr val="bg2"/>
                </a:solidFill>
              </a:rPr>
              <a:t>—</a:t>
            </a:r>
            <a:endParaRPr lang="en-US" sz="2400" b="1" dirty="0" err="1">
              <a:solidFill>
                <a:schemeClr val="bg2"/>
              </a:solidFill>
            </a:endParaRPr>
          </a:p>
        </p:txBody>
      </p:sp>
      <p:pic>
        <p:nvPicPr>
          <p:cNvPr id="16" name="Picture 19"/>
          <p:cNvPicPr>
            <a:picLocks noChangeAspect="1" noChangeArrowheads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664" y="6393976"/>
            <a:ext cx="507600" cy="19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38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91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91" rtl="0" eaLnBrk="1" latinLnBrk="0" hangingPunct="1"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18" indent="-180018" algn="l" defTabSz="914491" rtl="0" eaLnBrk="1" latinLnBrk="0" hangingPunct="1">
        <a:spcBef>
          <a:spcPts val="600"/>
        </a:spcBef>
        <a:buFont typeface="ABBvoiceOffice" panose="020D0603020503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36" indent="-180018" algn="l" defTabSz="914491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36" indent="-180018" algn="l" defTabSz="914491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36" indent="-180018" algn="l" defTabSz="914491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36" indent="-180018" algn="l" defTabSz="914491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36" indent="-180018" algn="l" defTabSz="914491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36" indent="-180018" algn="l" defTabSz="914491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36" indent="-180018" algn="l" defTabSz="914491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18">
          <p15:clr>
            <a:srgbClr val="F26B43"/>
          </p15:clr>
        </p15:guide>
        <p15:guide id="2" pos="7469">
          <p15:clr>
            <a:srgbClr val="F26B43"/>
          </p15:clr>
        </p15:guide>
        <p15:guide id="3" pos="212">
          <p15:clr>
            <a:srgbClr val="F26B43"/>
          </p15:clr>
        </p15:guide>
        <p15:guide id="4" orient="horz" pos="3726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24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5B2FD8-FD32-494F-AB78-D4000182B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2" y="5017777"/>
            <a:ext cx="11516519" cy="504001"/>
          </a:xfrm>
        </p:spPr>
        <p:txBody>
          <a:bodyPr/>
          <a:lstStyle/>
          <a:p>
            <a:r>
              <a:rPr lang="en-IN" dirty="0"/>
              <a:t>OLM Application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9B8C50-9A49-6F44-9B17-54056C6E1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518" y="5751514"/>
            <a:ext cx="11851481" cy="681943"/>
          </a:xfrm>
        </p:spPr>
        <p:txBody>
          <a:bodyPr/>
          <a:lstStyle/>
          <a:p>
            <a:endParaRPr lang="en-US" sz="2200" b="1" dirty="0"/>
          </a:p>
          <a:p>
            <a:endParaRPr lang="en-US" sz="2200" b="1" dirty="0"/>
          </a:p>
          <a:p>
            <a:endParaRPr lang="en-GB" sz="2200" b="1" dirty="0"/>
          </a:p>
        </p:txBody>
      </p:sp>
      <p:pic>
        <p:nvPicPr>
          <p:cNvPr id="7" name="Picture 6" descr="A picture containing person, outdoor, man, holding&#10;&#10;Description automatically generated">
            <a:extLst>
              <a:ext uri="{FF2B5EF4-FFF2-40B4-BE49-F238E27FC236}">
                <a16:creationId xmlns:a16="http://schemas.microsoft.com/office/drawing/2014/main" id="{B4174914-DDA9-DE4D-A3B1-C88122F5A5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8" cy="4610100"/>
          </a:xfrm>
          <a:prstGeom prst="rect">
            <a:avLst/>
          </a:prstGeom>
        </p:spPr>
      </p:pic>
      <p:sp>
        <p:nvSpPr>
          <p:cNvPr id="8" name="Title 4">
            <a:extLst>
              <a:ext uri="{FF2B5EF4-FFF2-40B4-BE49-F238E27FC236}">
                <a16:creationId xmlns:a16="http://schemas.microsoft.com/office/drawing/2014/main" id="{DD2C7314-B062-4D47-9989-AC6AA888D175}"/>
              </a:ext>
            </a:extLst>
          </p:cNvPr>
          <p:cNvSpPr txBox="1">
            <a:spLocks/>
          </p:cNvSpPr>
          <p:nvPr/>
        </p:nvSpPr>
        <p:spPr bwMode="gray">
          <a:xfrm>
            <a:off x="334961" y="5677454"/>
            <a:ext cx="11516519" cy="23757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91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FF0000"/>
                </a:solidFill>
              </a:rPr>
              <a:t>Heuristic Evaluation </a:t>
            </a:r>
          </a:p>
        </p:txBody>
      </p:sp>
    </p:spTree>
    <p:extLst>
      <p:ext uri="{BB962C8B-B14F-4D97-AF65-F5344CB8AC3E}">
        <p14:creationId xmlns:p14="http://schemas.microsoft.com/office/powerpoint/2010/main" val="298177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CA1293-9D9D-488F-A227-606E5A13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33" y="682313"/>
            <a:ext cx="11598468" cy="396000"/>
          </a:xfrm>
        </p:spPr>
        <p:txBody>
          <a:bodyPr anchor="t">
            <a:normAutofit/>
          </a:bodyPr>
          <a:lstStyle/>
          <a:p>
            <a:r>
              <a:rPr lang="en-US" dirty="0"/>
              <a:t>Theory used for Evaluation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C69383BC-A271-42AB-8EAF-DF243DE5C1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99782" y="6298397"/>
            <a:ext cx="8490250" cy="500072"/>
          </a:xfrm>
        </p:spPr>
        <p:txBody>
          <a:bodyPr/>
          <a:lstStyle/>
          <a:p>
            <a:pPr lvl="8"/>
            <a:endParaRPr lang="en-US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62596DD4-37EB-4A58-8026-D6186EC13CE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2367" y="6489341"/>
            <a:ext cx="1162951" cy="118192"/>
          </a:xfrm>
        </p:spPr>
        <p:txBody>
          <a:bodyPr/>
          <a:lstStyle/>
          <a:p>
            <a:pPr>
              <a:spcAft>
                <a:spcPts val="600"/>
              </a:spcAft>
            </a:pPr>
            <a:fld id="{7E78DB5F-64D9-442E-954C-935C935B4142}" type="datetime4">
              <a:rPr lang="en-US" smtClean="0"/>
              <a:pPr>
                <a:spcAft>
                  <a:spcPts val="600"/>
                </a:spcAft>
              </a:pPr>
              <a:t>November 11, 2022</a:t>
            </a:fld>
            <a:endParaRPr lang="en-US"/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054D0827-59B7-4355-8E47-27670CD3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8114" y="6488733"/>
            <a:ext cx="676888" cy="118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Slide </a:t>
            </a:r>
            <a:fld id="{619F89D8-7AE3-494A-97F3-03D6808696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A61E1F-9700-4239-BCCA-D8BB1FCEA8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264" y="1931195"/>
            <a:ext cx="4093766" cy="252000"/>
          </a:xfrm>
        </p:spPr>
        <p:txBody>
          <a:bodyPr/>
          <a:lstStyle/>
          <a:p>
            <a:r>
              <a:rPr lang="en-US" dirty="0"/>
              <a:t>Heuristics for User Interface Design</a:t>
            </a:r>
          </a:p>
          <a:p>
            <a:endParaRPr lang="en-US" dirty="0"/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57442FCC-C3BC-4EE1-AEE4-BD7623DC85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99782" y="6298397"/>
            <a:ext cx="8490250" cy="500072"/>
          </a:xfrm>
        </p:spPr>
        <p:txBody>
          <a:bodyPr/>
          <a:lstStyle/>
          <a:p>
            <a:pPr lvl="8"/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F67E1E82-23BA-48BA-BA5B-DCD364E7D89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2367" y="6489341"/>
            <a:ext cx="1162951" cy="118192"/>
          </a:xfrm>
        </p:spPr>
        <p:txBody>
          <a:bodyPr/>
          <a:lstStyle/>
          <a:p>
            <a:pPr>
              <a:spcAft>
                <a:spcPts val="600"/>
              </a:spcAft>
            </a:pPr>
            <a:fld id="{8F8FF341-9601-47A6-A4C1-F2885A66BAA5}" type="datetime4">
              <a:rPr lang="en-US" smtClean="0"/>
              <a:pPr>
                <a:spcAft>
                  <a:spcPts val="600"/>
                </a:spcAft>
              </a:pPr>
              <a:t>November 11, 2022</a:t>
            </a:fld>
            <a:endParaRPr lang="en-US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D5351D92-A1F3-4886-B009-171EAF03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8114" y="6488733"/>
            <a:ext cx="676888" cy="118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Slide </a:t>
            </a:r>
            <a:fld id="{619F89D8-7AE3-494A-97F3-03D6808696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69383BC-A271-42AB-8EAF-DF243DE5C1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99782" y="6298397"/>
            <a:ext cx="8490250" cy="500072"/>
          </a:xfrm>
        </p:spPr>
        <p:txBody>
          <a:bodyPr/>
          <a:lstStyle/>
          <a:p>
            <a:pPr lvl="8"/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62596DD4-37EB-4A58-8026-D6186EC13CE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32367" y="6489341"/>
            <a:ext cx="1162951" cy="118192"/>
          </a:xfrm>
        </p:spPr>
        <p:txBody>
          <a:bodyPr/>
          <a:lstStyle/>
          <a:p>
            <a:pPr>
              <a:spcAft>
                <a:spcPts val="600"/>
              </a:spcAft>
            </a:pPr>
            <a:fld id="{7E78DB5F-64D9-442E-954C-935C935B4142}" type="datetime4">
              <a:rPr lang="en-US" smtClean="0"/>
              <a:pPr>
                <a:spcAft>
                  <a:spcPts val="600"/>
                </a:spcAft>
              </a:pPr>
              <a:t>November 11, 2022</a:t>
            </a:fld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054D0827-59B7-4355-8E47-27670CD3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8114" y="6488733"/>
            <a:ext cx="676888" cy="118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Slide </a:t>
            </a:r>
            <a:fld id="{619F89D8-7AE3-494A-97F3-03D68086963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50003F74-2227-8C47-B668-B9A2BD01B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69963" y="2299847"/>
            <a:ext cx="7168138" cy="322574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9811678-81B2-4FF8-A1A6-237D453074F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3264" y="2317641"/>
            <a:ext cx="4093766" cy="322574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Visibility of system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Match between system and the real world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control and freedom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Consistency and standards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Error prevention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Recognition rather than recall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Flexibility and efficiency of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Aesthetic and minimalist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Help users recognize, diagnose, and recover from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Help and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22A8B-17B6-4A4D-B780-3BB491A8A0B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39633" y="1080412"/>
            <a:ext cx="11520896" cy="504000"/>
          </a:xfrm>
        </p:spPr>
        <p:txBody>
          <a:bodyPr/>
          <a:lstStyle/>
          <a:p>
            <a:r>
              <a:rPr lang="en-IN" dirty="0"/>
              <a:t>OLM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53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A212-8697-B147-82FC-3CE9AA1E2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756" y="690975"/>
            <a:ext cx="11521282" cy="340871"/>
          </a:xfrm>
        </p:spPr>
        <p:txBody>
          <a:bodyPr/>
          <a:lstStyle/>
          <a:p>
            <a:r>
              <a:rPr lang="en-US" sz="2400" dirty="0"/>
              <a:t>Key Tasks to be worked based on screens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20181D-32E3-E344-878A-643BB6210009}"/>
              </a:ext>
            </a:extLst>
          </p:cNvPr>
          <p:cNvSpPr txBox="1">
            <a:spLocks/>
          </p:cNvSpPr>
          <p:nvPr/>
        </p:nvSpPr>
        <p:spPr bwMode="gray">
          <a:xfrm>
            <a:off x="421473" y="1496556"/>
            <a:ext cx="5421455" cy="27469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91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91" rtl="0" eaLnBrk="1" latinLnBrk="0" hangingPunct="1">
              <a:spcBef>
                <a:spcPts val="600"/>
              </a:spcBef>
              <a:buFont typeface="ABBvoiceOffice" panose="020D0603020503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91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91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91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91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91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91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91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1800" dirty="0"/>
              <a:t>Landing page (Insights page)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Loss Configuration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Event Classification Configuration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Root cause Configuration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5284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6550" y="694219"/>
            <a:ext cx="2850534" cy="464024"/>
          </a:xfrm>
        </p:spPr>
        <p:txBody>
          <a:bodyPr>
            <a:noAutofit/>
          </a:bodyPr>
          <a:lstStyle/>
          <a:p>
            <a:r>
              <a:rPr lang="en-US" dirty="0"/>
              <a:t>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0323" y="1370039"/>
            <a:ext cx="391882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Consistency and standards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Issues:</a:t>
            </a:r>
          </a:p>
          <a:p>
            <a:r>
              <a:rPr lang="en-US" sz="1400" dirty="0"/>
              <a:t>There is home but user lands in ‘main page’ by default. As extra step for use go into landing page.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Suggestion:</a:t>
            </a:r>
          </a:p>
          <a:p>
            <a:r>
              <a:rPr lang="en-US" sz="1400" dirty="0"/>
              <a:t>User should land on insights page directly when they click home button land on insights page module.</a:t>
            </a:r>
            <a:br>
              <a:rPr lang="en-US" sz="1400" dirty="0"/>
            </a:br>
            <a:endParaRPr lang="en-US" sz="1400" dirty="0"/>
          </a:p>
          <a:p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ical user interface&#10;&#10;Description automatically generated">
            <a:extLst>
              <a:ext uri="{FF2B5EF4-FFF2-40B4-BE49-F238E27FC236}">
                <a16:creationId xmlns:a16="http://schemas.microsoft.com/office/drawing/2014/main" id="{A62ECE72-EC01-8B4E-AE73-9A8D4AEF4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14" t="628" r="20188" b="48880"/>
          <a:stretch/>
        </p:blipFill>
        <p:spPr bwMode="auto">
          <a:xfrm>
            <a:off x="11301710" y="81522"/>
            <a:ext cx="886408" cy="99231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EB56A0-2579-4103-819A-40A3D31EA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" y="1370039"/>
            <a:ext cx="7346899" cy="344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1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6549" y="694219"/>
            <a:ext cx="4626067" cy="464024"/>
          </a:xfrm>
        </p:spPr>
        <p:txBody>
          <a:bodyPr>
            <a:noAutofit/>
          </a:bodyPr>
          <a:lstStyle/>
          <a:p>
            <a:r>
              <a:rPr lang="en-US" dirty="0"/>
              <a:t>Insights page: OLM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628" y="1370039"/>
            <a:ext cx="391882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Visibility of system status</a:t>
            </a:r>
          </a:p>
          <a:p>
            <a:r>
              <a:rPr lang="en-US" sz="1400" b="1" dirty="0"/>
              <a:t>Consistency and standards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Issues:</a:t>
            </a:r>
          </a:p>
          <a:p>
            <a:r>
              <a:rPr lang="en-US" sz="1400" dirty="0"/>
              <a:t>1. User need to allocate location in each tab section when we switch tabs location get reset. </a:t>
            </a:r>
          </a:p>
          <a:p>
            <a:r>
              <a:rPr lang="en-US" sz="1400" dirty="0"/>
              <a:t>2. Date selection and date text is separate. 3. Too many tab for insights page.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Suggestion:</a:t>
            </a:r>
          </a:p>
          <a:p>
            <a:pPr marL="342900" indent="-342900">
              <a:buAutoNum type="arabicPeriod"/>
            </a:pPr>
            <a:r>
              <a:rPr lang="en-US" sz="1400" dirty="0"/>
              <a:t>Location allocation needs to be in global level selected once .</a:t>
            </a:r>
          </a:p>
          <a:p>
            <a:pPr marL="342900" indent="-342900">
              <a:buAutoNum type="arabicPeriod"/>
            </a:pPr>
            <a:r>
              <a:rPr lang="en-US" sz="1400" dirty="0"/>
              <a:t>Select of date or year should be on date itself or add </a:t>
            </a:r>
            <a:r>
              <a:rPr lang="en-US" sz="1400" dirty="0" err="1"/>
              <a:t>datepicker</a:t>
            </a:r>
            <a:r>
              <a:rPr lang="en-US" sz="1400" dirty="0"/>
              <a:t> to it.</a:t>
            </a:r>
          </a:p>
          <a:p>
            <a:pPr marL="342900" indent="-342900">
              <a:buAutoNum type="arabicPeriod"/>
            </a:pPr>
            <a:r>
              <a:rPr lang="en-US" sz="1400" dirty="0"/>
              <a:t>Single insights landing page combining of all tab information remove irrelevant information.</a:t>
            </a:r>
          </a:p>
          <a:p>
            <a:pPr marL="342900" indent="-342900">
              <a:buAutoNum type="arabicPeriod"/>
            </a:pPr>
            <a:r>
              <a:rPr lang="en-US" sz="1400" dirty="0"/>
              <a:t>Add more KPI information on top of page to understand imp info at glance and on click show details information.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ical user interface&#10;&#10;Description automatically generated">
            <a:extLst>
              <a:ext uri="{FF2B5EF4-FFF2-40B4-BE49-F238E27FC236}">
                <a16:creationId xmlns:a16="http://schemas.microsoft.com/office/drawing/2014/main" id="{A62ECE72-EC01-8B4E-AE73-9A8D4AEF4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14" t="628" r="20188" b="48880"/>
          <a:stretch/>
        </p:blipFill>
        <p:spPr bwMode="auto">
          <a:xfrm>
            <a:off x="11301710" y="81522"/>
            <a:ext cx="886408" cy="99231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A9926E86-B5CB-4500-85F1-EB56AFC1B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" r="79420" b="49945"/>
          <a:stretch/>
        </p:blipFill>
        <p:spPr bwMode="auto">
          <a:xfrm>
            <a:off x="10402942" y="81522"/>
            <a:ext cx="898768" cy="969414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514DD0-2610-4BA5-89A4-6EE279D2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32" y="1297378"/>
            <a:ext cx="7400604" cy="335003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88250A-85FC-4FC3-B6F1-CEDD352474F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228295" y="2325950"/>
            <a:ext cx="5708333" cy="132277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64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6549" y="694219"/>
            <a:ext cx="4626067" cy="464024"/>
          </a:xfrm>
        </p:spPr>
        <p:txBody>
          <a:bodyPr>
            <a:noAutofit/>
          </a:bodyPr>
          <a:lstStyle/>
          <a:p>
            <a:r>
              <a:rPr lang="en-US" dirty="0"/>
              <a:t>Insights page: OLM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628" y="1370039"/>
            <a:ext cx="391882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Visibility of system status</a:t>
            </a:r>
          </a:p>
          <a:p>
            <a:r>
              <a:rPr lang="en-US" sz="1400" b="1" dirty="0"/>
              <a:t>Consistency and standards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Issues:</a:t>
            </a:r>
          </a:p>
          <a:p>
            <a:r>
              <a:rPr lang="en-US" sz="1400" dirty="0"/>
              <a:t>1. Global location selection is needed </a:t>
            </a:r>
          </a:p>
          <a:p>
            <a:r>
              <a:rPr lang="en-US" sz="1400" dirty="0"/>
              <a:t>2. Loss category data is too crowded need proper graph to represent date</a:t>
            </a:r>
          </a:p>
          <a:p>
            <a:r>
              <a:rPr lang="en-US" sz="1400" dirty="0"/>
              <a:t> 3. Most of titles are same need to club </a:t>
            </a:r>
            <a:r>
              <a:rPr lang="en-US" sz="1400"/>
              <a:t>relevant information  </a:t>
            </a:r>
            <a:r>
              <a:rPr lang="en-US" sz="1400" dirty="0"/>
              <a:t>add tabs io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Suggestion:</a:t>
            </a:r>
          </a:p>
          <a:p>
            <a:pPr marL="342900" indent="-342900">
              <a:buAutoNum type="arabicPeriod"/>
            </a:pPr>
            <a:r>
              <a:rPr lang="en-US" sz="1400" dirty="0"/>
              <a:t>Location allocation needs to be in global level selected once .</a:t>
            </a:r>
          </a:p>
          <a:p>
            <a:pPr marL="342900" indent="-342900">
              <a:buAutoNum type="arabicPeriod"/>
            </a:pPr>
            <a:r>
              <a:rPr lang="en-US" sz="1400" dirty="0"/>
              <a:t>Select of date or year should be on date itself or add </a:t>
            </a:r>
            <a:r>
              <a:rPr lang="en-US" sz="1400" dirty="0" err="1"/>
              <a:t>datepicker</a:t>
            </a:r>
            <a:r>
              <a:rPr lang="en-US" sz="1400" dirty="0"/>
              <a:t> to it.</a:t>
            </a:r>
          </a:p>
          <a:p>
            <a:pPr marL="342900" indent="-342900">
              <a:buAutoNum type="arabicPeriod"/>
            </a:pPr>
            <a:r>
              <a:rPr lang="en-US" sz="1400" dirty="0"/>
              <a:t>Single insights landing page combining of all tab information remove irrelevant information.</a:t>
            </a:r>
          </a:p>
          <a:p>
            <a:pPr marL="342900" indent="-342900">
              <a:buAutoNum type="arabicPeriod"/>
            </a:pPr>
            <a:r>
              <a:rPr lang="en-US" sz="1400" dirty="0"/>
              <a:t>Add more KPI information on top of page to understand imp info at glance and on click show details information.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ical user interface&#10;&#10;Description automatically generated">
            <a:extLst>
              <a:ext uri="{FF2B5EF4-FFF2-40B4-BE49-F238E27FC236}">
                <a16:creationId xmlns:a16="http://schemas.microsoft.com/office/drawing/2014/main" id="{A62ECE72-EC01-8B4E-AE73-9A8D4AEF4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14" t="628" r="20188" b="48880"/>
          <a:stretch/>
        </p:blipFill>
        <p:spPr bwMode="auto">
          <a:xfrm>
            <a:off x="11301710" y="81522"/>
            <a:ext cx="886408" cy="99231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A9926E86-B5CB-4500-85F1-EB56AFC1B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" r="79420" b="49945"/>
          <a:stretch/>
        </p:blipFill>
        <p:spPr bwMode="auto">
          <a:xfrm>
            <a:off x="10402942" y="81522"/>
            <a:ext cx="898768" cy="969414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D1348E-A804-494E-B8F6-2534C0519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49" y="1239931"/>
            <a:ext cx="7265496" cy="3127883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88250A-85FC-4FC3-B6F1-CEDD352474F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961968" y="2432482"/>
            <a:ext cx="6107834" cy="5948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4CD5AD-B4DC-40F1-A82B-9535E4892616}"/>
              </a:ext>
            </a:extLst>
          </p:cNvPr>
          <p:cNvCxnSpPr>
            <a:cxnSpLocks/>
          </p:cNvCxnSpPr>
          <p:nvPr/>
        </p:nvCxnSpPr>
        <p:spPr bwMode="gray">
          <a:xfrm flipH="1">
            <a:off x="3826276" y="2665481"/>
            <a:ext cx="4243526" cy="13839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18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6549" y="694219"/>
            <a:ext cx="6019863" cy="464024"/>
          </a:xfrm>
        </p:spPr>
        <p:txBody>
          <a:bodyPr>
            <a:noAutofit/>
          </a:bodyPr>
          <a:lstStyle/>
          <a:p>
            <a:r>
              <a:rPr lang="en-US" dirty="0"/>
              <a:t>Loss management: Event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628" y="1370039"/>
            <a:ext cx="39188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Visibility of system status</a:t>
            </a:r>
          </a:p>
          <a:p>
            <a:r>
              <a:rPr lang="en-US" sz="1400" b="1" dirty="0"/>
              <a:t>Consistency and standards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Issues:</a:t>
            </a:r>
          </a:p>
          <a:p>
            <a:r>
              <a:rPr lang="en-US" sz="1400" dirty="0"/>
              <a:t>1. Reviewer and Approver need redesign.</a:t>
            </a:r>
          </a:p>
          <a:p>
            <a:r>
              <a:rPr lang="en-US" sz="1400" dirty="0"/>
              <a:t>2. Table content need to be redesigns looks crowded </a:t>
            </a:r>
          </a:p>
          <a:p>
            <a:r>
              <a:rPr lang="en-US" sz="1400" dirty="0"/>
              <a:t> 3. Filter looks like for page level </a:t>
            </a:r>
          </a:p>
          <a:p>
            <a:r>
              <a:rPr lang="en-US" sz="1400" dirty="0"/>
              <a:t>4. Create event click event should be in proper place</a:t>
            </a:r>
          </a:p>
          <a:p>
            <a:r>
              <a:rPr lang="en-US" sz="1400" dirty="0"/>
              <a:t>5. Event id detail click is not recognizable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Suggestion:</a:t>
            </a:r>
          </a:p>
          <a:p>
            <a:pPr marL="342900" indent="-342900">
              <a:buAutoNum type="arabicPeriod"/>
            </a:pPr>
            <a:r>
              <a:rPr lang="en-US" sz="1400" dirty="0"/>
              <a:t>KPI for Event can be show here and details list of </a:t>
            </a:r>
          </a:p>
          <a:p>
            <a:pPr marL="342900" indent="-342900">
              <a:buAutoNum type="arabicPeriod"/>
            </a:pPr>
            <a:r>
              <a:rPr lang="en-US" sz="1400" dirty="0"/>
              <a:t>Details drill down of OLM events current not available can show listing. </a:t>
            </a:r>
          </a:p>
          <a:p>
            <a:pPr marL="342900" indent="-342900">
              <a:buAutoNum type="arabicPeriod"/>
            </a:pPr>
            <a:r>
              <a:rPr lang="en-US" sz="1400" dirty="0"/>
              <a:t>Event listing of reviewer and approver tab design from arcadia</a:t>
            </a:r>
          </a:p>
          <a:p>
            <a:pPr marL="342900" indent="-342900">
              <a:buAutoNum type="arabicPeriod"/>
            </a:pPr>
            <a:r>
              <a:rPr lang="en-US" sz="1400" dirty="0"/>
              <a:t>Status &amp; event Filter needs redesign</a:t>
            </a:r>
          </a:p>
          <a:p>
            <a:pPr marL="342900" indent="-342900">
              <a:buAutoNum type="arabicPeriod"/>
            </a:pPr>
            <a:r>
              <a:rPr lang="en-US" sz="1400" dirty="0"/>
              <a:t>Detail event content can be brought upfront can be shown in split section 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ical user interface&#10;&#10;Description automatically generated">
            <a:extLst>
              <a:ext uri="{FF2B5EF4-FFF2-40B4-BE49-F238E27FC236}">
                <a16:creationId xmlns:a16="http://schemas.microsoft.com/office/drawing/2014/main" id="{A62ECE72-EC01-8B4E-AE73-9A8D4AEF4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14" t="628" r="20188" b="48880"/>
          <a:stretch/>
        </p:blipFill>
        <p:spPr bwMode="auto">
          <a:xfrm>
            <a:off x="11301710" y="81522"/>
            <a:ext cx="886408" cy="99231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A9926E86-B5CB-4500-85F1-EB56AFC1B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" r="79420" b="49945"/>
          <a:stretch/>
        </p:blipFill>
        <p:spPr bwMode="auto">
          <a:xfrm>
            <a:off x="10402942" y="81522"/>
            <a:ext cx="898768" cy="969414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CBA64-5428-4051-BC95-377299BEC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57" y="1220386"/>
            <a:ext cx="7250250" cy="329834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88250A-85FC-4FC3-B6F1-CEDD352474F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871700" y="2156283"/>
            <a:ext cx="6107834" cy="5948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4CD5AD-B4DC-40F1-A82B-9535E4892616}"/>
              </a:ext>
            </a:extLst>
          </p:cNvPr>
          <p:cNvCxnSpPr>
            <a:cxnSpLocks/>
          </p:cNvCxnSpPr>
          <p:nvPr/>
        </p:nvCxnSpPr>
        <p:spPr bwMode="gray">
          <a:xfrm flipH="1">
            <a:off x="3808521" y="2869560"/>
            <a:ext cx="4243526" cy="13839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059A8B8-3E3D-4702-A8D3-B6C7B8CD5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758" y="4721085"/>
            <a:ext cx="4243526" cy="9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660714-4C7E-4294-B7E6-1F1B746CA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49" y="1370039"/>
            <a:ext cx="7105095" cy="3168137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6549" y="694219"/>
            <a:ext cx="4892399" cy="464024"/>
          </a:xfrm>
        </p:spPr>
        <p:txBody>
          <a:bodyPr>
            <a:noAutofit/>
          </a:bodyPr>
          <a:lstStyle/>
          <a:p>
            <a:r>
              <a:rPr lang="en-US" dirty="0"/>
              <a:t>Loss management: Event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628" y="1370039"/>
            <a:ext cx="39188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Visibility of system status</a:t>
            </a:r>
          </a:p>
          <a:p>
            <a:r>
              <a:rPr lang="en-US" sz="1400" b="1" dirty="0"/>
              <a:t>Consistency and standards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Issues:</a:t>
            </a:r>
          </a:p>
          <a:p>
            <a:pPr marL="342900" indent="-342900">
              <a:buAutoNum type="arabicPeriod"/>
            </a:pPr>
            <a:r>
              <a:rPr lang="en-US" sz="1400" dirty="0"/>
              <a:t>Proper breadcrumb and No back option </a:t>
            </a:r>
          </a:p>
          <a:p>
            <a:pPr marL="342900" indent="-342900">
              <a:buAutoNum type="arabicPeriod"/>
            </a:pPr>
            <a:r>
              <a:rPr lang="en-US" sz="1400" dirty="0"/>
              <a:t>Event details list too big to read</a:t>
            </a:r>
          </a:p>
          <a:p>
            <a:pPr marL="342900" indent="-342900">
              <a:buAutoNum type="arabicPeriod"/>
            </a:pPr>
            <a:r>
              <a:rPr lang="en-US" sz="1400" dirty="0"/>
              <a:t>Loss calculation table is too big and horizontal scroll</a:t>
            </a:r>
          </a:p>
          <a:p>
            <a:pPr marL="342900" indent="-342900">
              <a:buAutoNum type="arabicPeriod"/>
            </a:pPr>
            <a:r>
              <a:rPr lang="en-US" sz="1400" dirty="0"/>
              <a:t>Too many footer button events 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Suggestion:</a:t>
            </a:r>
          </a:p>
          <a:p>
            <a:pPr marL="342900" indent="-342900">
              <a:buAutoNum type="arabicPeriod"/>
            </a:pPr>
            <a:r>
              <a:rPr lang="en-US" sz="1400" dirty="0"/>
              <a:t>Page level breadcrumb need to implemented </a:t>
            </a:r>
          </a:p>
          <a:p>
            <a:pPr marL="342900" indent="-342900">
              <a:buAutoNum type="arabicPeriod"/>
            </a:pPr>
            <a:r>
              <a:rPr lang="en-US" sz="1400" dirty="0"/>
              <a:t> Event detail  parameters and linking need to redesign</a:t>
            </a:r>
          </a:p>
          <a:p>
            <a:pPr marL="342900" indent="-342900">
              <a:buAutoNum type="arabicPeriod"/>
            </a:pPr>
            <a:r>
              <a:rPr lang="en-US" sz="1400" dirty="0"/>
              <a:t>Page needs complete redesign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ical user interface&#10;&#10;Description automatically generated">
            <a:extLst>
              <a:ext uri="{FF2B5EF4-FFF2-40B4-BE49-F238E27FC236}">
                <a16:creationId xmlns:a16="http://schemas.microsoft.com/office/drawing/2014/main" id="{A62ECE72-EC01-8B4E-AE73-9A8D4AEF4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14" t="628" r="20188" b="48880"/>
          <a:stretch/>
        </p:blipFill>
        <p:spPr bwMode="auto">
          <a:xfrm>
            <a:off x="11301710" y="81522"/>
            <a:ext cx="886408" cy="99231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A9926E86-B5CB-4500-85F1-EB56AFC1B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" r="79420" b="49945"/>
          <a:stretch/>
        </p:blipFill>
        <p:spPr bwMode="auto">
          <a:xfrm>
            <a:off x="10402942" y="81522"/>
            <a:ext cx="898768" cy="969414"/>
          </a:xfrm>
          <a:prstGeom prst="rect">
            <a:avLst/>
          </a:prstGeom>
          <a:solidFill>
            <a:srgbClr val="FFFFFF"/>
          </a:solidFill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88250A-85FC-4FC3-B6F1-CEDD352474F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871700" y="2156283"/>
            <a:ext cx="6107834" cy="5948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4CD5AD-B4DC-40F1-A82B-9535E4892616}"/>
              </a:ext>
            </a:extLst>
          </p:cNvPr>
          <p:cNvCxnSpPr>
            <a:cxnSpLocks/>
          </p:cNvCxnSpPr>
          <p:nvPr/>
        </p:nvCxnSpPr>
        <p:spPr bwMode="gray">
          <a:xfrm flipH="1">
            <a:off x="3808521" y="2869560"/>
            <a:ext cx="4243526" cy="13839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53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6549" y="694219"/>
            <a:ext cx="5380670" cy="464024"/>
          </a:xfrm>
        </p:spPr>
        <p:txBody>
          <a:bodyPr>
            <a:noAutofit/>
          </a:bodyPr>
          <a:lstStyle/>
          <a:p>
            <a:r>
              <a:rPr lang="en-US" dirty="0"/>
              <a:t>Root Cause analysis: Event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628" y="1370039"/>
            <a:ext cx="39188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Visibility of system status</a:t>
            </a:r>
          </a:p>
          <a:p>
            <a:r>
              <a:rPr lang="en-US" sz="1400" b="1" dirty="0"/>
              <a:t>Consistency and standards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Issues:</a:t>
            </a:r>
          </a:p>
          <a:p>
            <a:pPr marL="342900" indent="-342900">
              <a:buAutoNum type="arabicPeriod"/>
            </a:pPr>
            <a:r>
              <a:rPr lang="en-US" sz="1400" dirty="0"/>
              <a:t>Proper breadcrumb and No back option </a:t>
            </a:r>
          </a:p>
          <a:p>
            <a:pPr marL="342900" indent="-342900">
              <a:buAutoNum type="arabicPeriod"/>
            </a:pPr>
            <a:r>
              <a:rPr lang="en-US" sz="1400" dirty="0"/>
              <a:t>Event details list too big to read</a:t>
            </a:r>
          </a:p>
          <a:p>
            <a:pPr marL="342900" indent="-342900">
              <a:buAutoNum type="arabicPeriod"/>
            </a:pPr>
            <a:r>
              <a:rPr lang="en-US" sz="1400" dirty="0"/>
              <a:t>Loss calculation table is too big and horizontal scroll</a:t>
            </a:r>
          </a:p>
          <a:p>
            <a:r>
              <a:rPr lang="en-US" sz="1400" dirty="0"/>
              <a:t>4. Filter need to table level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Suggestion:</a:t>
            </a:r>
          </a:p>
          <a:p>
            <a:pPr marL="342900" indent="-342900">
              <a:buAutoNum type="arabicPeriod"/>
            </a:pPr>
            <a:r>
              <a:rPr lang="en-US" sz="1400" dirty="0"/>
              <a:t>KPI regarding RCA event and details drill down event is needed</a:t>
            </a:r>
          </a:p>
          <a:p>
            <a:pPr marL="342900" indent="-342900">
              <a:buAutoNum type="arabicPeriod"/>
            </a:pPr>
            <a:r>
              <a:rPr lang="en-US" sz="1400" dirty="0"/>
              <a:t>Details Event drill needs redesign</a:t>
            </a:r>
          </a:p>
          <a:p>
            <a:pPr marL="342900" indent="-342900">
              <a:buAutoNum type="arabicPeriod"/>
            </a:pPr>
            <a:r>
              <a:rPr lang="en-US" sz="1400" dirty="0"/>
              <a:t>Each RCA event listing drill down is needed currently not available.</a:t>
            </a:r>
          </a:p>
          <a:p>
            <a:pPr marL="342900" indent="-342900">
              <a:buAutoNum type="arabicPeriod"/>
            </a:pPr>
            <a:r>
              <a:rPr lang="en-US" sz="1400" dirty="0"/>
              <a:t>Keep Static content on sidebar and only actionable accordion can be shown in right section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ical user interface&#10;&#10;Description automatically generated">
            <a:extLst>
              <a:ext uri="{FF2B5EF4-FFF2-40B4-BE49-F238E27FC236}">
                <a16:creationId xmlns:a16="http://schemas.microsoft.com/office/drawing/2014/main" id="{A62ECE72-EC01-8B4E-AE73-9A8D4AEF4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14" t="628" r="20188" b="48880"/>
          <a:stretch/>
        </p:blipFill>
        <p:spPr bwMode="auto">
          <a:xfrm>
            <a:off x="11301710" y="81522"/>
            <a:ext cx="886408" cy="99231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A9926E86-B5CB-4500-85F1-EB56AFC1B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" r="79420" b="49945"/>
          <a:stretch/>
        </p:blipFill>
        <p:spPr bwMode="auto">
          <a:xfrm>
            <a:off x="10402942" y="81522"/>
            <a:ext cx="898768" cy="969414"/>
          </a:xfrm>
          <a:prstGeom prst="rect">
            <a:avLst/>
          </a:prstGeom>
          <a:solidFill>
            <a:srgbClr val="FFFFFF"/>
          </a:solidFill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88250A-85FC-4FC3-B6F1-CEDD352474F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871700" y="2156283"/>
            <a:ext cx="6107834" cy="5948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4CD5AD-B4DC-40F1-A82B-9535E4892616}"/>
              </a:ext>
            </a:extLst>
          </p:cNvPr>
          <p:cNvCxnSpPr>
            <a:cxnSpLocks/>
          </p:cNvCxnSpPr>
          <p:nvPr/>
        </p:nvCxnSpPr>
        <p:spPr bwMode="gray">
          <a:xfrm flipH="1">
            <a:off x="3808521" y="2869560"/>
            <a:ext cx="4243526" cy="13839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2743BE9-34A4-46CC-857C-18ACEE13E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49" y="1390171"/>
            <a:ext cx="7227756" cy="2958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DBCA45-031E-4569-98B9-5B5BBBFC8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805" y="4425111"/>
            <a:ext cx="5000388" cy="118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84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6549" y="694219"/>
            <a:ext cx="5380670" cy="464024"/>
          </a:xfrm>
        </p:spPr>
        <p:txBody>
          <a:bodyPr>
            <a:noAutofit/>
          </a:bodyPr>
          <a:lstStyle/>
          <a:p>
            <a:r>
              <a:rPr lang="en-US" dirty="0"/>
              <a:t>Root Cause analysis: Event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628" y="1370039"/>
            <a:ext cx="391882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Visibility of system status</a:t>
            </a:r>
          </a:p>
          <a:p>
            <a:r>
              <a:rPr lang="en-US" sz="1400" b="1" dirty="0"/>
              <a:t>Consistency and standards</a:t>
            </a:r>
          </a:p>
          <a:p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Issues:</a:t>
            </a:r>
          </a:p>
          <a:p>
            <a:pPr marL="342900" indent="-342900">
              <a:buAutoNum type="arabicPeriod"/>
            </a:pPr>
            <a:r>
              <a:rPr lang="en-US" sz="1400" dirty="0"/>
              <a:t>Proper breadcrumb and No back option </a:t>
            </a:r>
          </a:p>
          <a:p>
            <a:pPr marL="342900" indent="-342900">
              <a:buAutoNum type="arabicPeriod"/>
            </a:pPr>
            <a:r>
              <a:rPr lang="en-US" sz="1400" dirty="0"/>
              <a:t>Event details list too big to read</a:t>
            </a:r>
          </a:p>
          <a:p>
            <a:pPr marL="342900" indent="-342900">
              <a:buAutoNum type="arabicPeriod"/>
            </a:pPr>
            <a:r>
              <a:rPr lang="en-US" sz="1400" dirty="0"/>
              <a:t>Loss classification table is too big and horizontal scroll</a:t>
            </a:r>
          </a:p>
          <a:p>
            <a:pPr marL="342900" indent="-342900">
              <a:buAutoNum type="arabicPeriod"/>
            </a:pPr>
            <a:r>
              <a:rPr lang="en-US" sz="1400" dirty="0"/>
              <a:t>RCA ream details content is not proper in steps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Suggestion:</a:t>
            </a:r>
          </a:p>
          <a:p>
            <a:pPr marL="342900" indent="-342900">
              <a:buAutoNum type="arabicPeriod"/>
            </a:pPr>
            <a:r>
              <a:rPr lang="en-US" sz="1400" dirty="0"/>
              <a:t>Page level breadcrumb need to implemented </a:t>
            </a:r>
          </a:p>
          <a:p>
            <a:pPr marL="342900" indent="-342900">
              <a:buAutoNum type="arabicPeriod"/>
            </a:pPr>
            <a:r>
              <a:rPr lang="en-US" sz="1400" dirty="0"/>
              <a:t>Keep Static content on sidebar and only actionable accordion can be shown in right section 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Graphical user interface&#10;&#10;Description automatically generated">
            <a:extLst>
              <a:ext uri="{FF2B5EF4-FFF2-40B4-BE49-F238E27FC236}">
                <a16:creationId xmlns:a16="http://schemas.microsoft.com/office/drawing/2014/main" id="{A62ECE72-EC01-8B4E-AE73-9A8D4AEF4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14" t="628" r="20188" b="48880"/>
          <a:stretch/>
        </p:blipFill>
        <p:spPr bwMode="auto">
          <a:xfrm>
            <a:off x="11301710" y="81522"/>
            <a:ext cx="886408" cy="99231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A9926E86-B5CB-4500-85F1-EB56AFC1B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" r="79420" b="49945"/>
          <a:stretch/>
        </p:blipFill>
        <p:spPr bwMode="auto">
          <a:xfrm>
            <a:off x="10402942" y="81522"/>
            <a:ext cx="898768" cy="969414"/>
          </a:xfrm>
          <a:prstGeom prst="rect">
            <a:avLst/>
          </a:prstGeom>
          <a:solidFill>
            <a:srgbClr val="FFFFFF"/>
          </a:solidFill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88250A-85FC-4FC3-B6F1-CEDD352474F2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871700" y="2156283"/>
            <a:ext cx="6107834" cy="5948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4CD5AD-B4DC-40F1-A82B-9535E4892616}"/>
              </a:ext>
            </a:extLst>
          </p:cNvPr>
          <p:cNvCxnSpPr>
            <a:cxnSpLocks/>
          </p:cNvCxnSpPr>
          <p:nvPr/>
        </p:nvCxnSpPr>
        <p:spPr bwMode="gray">
          <a:xfrm flipH="1">
            <a:off x="3808521" y="2869560"/>
            <a:ext cx="4243526" cy="13839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2450C6F-78F3-4D96-ACF1-BF76CB43C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85" y="1370039"/>
            <a:ext cx="5924499" cy="26351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78CB38-E5E6-4A82-B1ED-609D5F4BD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799" y="3314703"/>
            <a:ext cx="5757148" cy="263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1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36548" y="694219"/>
            <a:ext cx="10965159" cy="464024"/>
          </a:xfrm>
        </p:spPr>
        <p:txBody>
          <a:bodyPr>
            <a:noAutofit/>
          </a:bodyPr>
          <a:lstStyle/>
          <a:p>
            <a:r>
              <a:rPr lang="en-US" dirty="0"/>
              <a:t>Important insights to show on dashboard based on Analysis and UX week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548" y="1583103"/>
            <a:ext cx="1096516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/>
              <a:t>Global hierarchy </a:t>
            </a:r>
          </a:p>
          <a:p>
            <a:pPr marL="342900" indent="-342900">
              <a:buAutoNum type="arabicPeriod"/>
            </a:pPr>
            <a:r>
              <a:rPr lang="en-US" sz="1400" dirty="0"/>
              <a:t>KPI cards on top for total loss , OEE %, Events: approved and Open RCA and process reliability: Reliability</a:t>
            </a:r>
          </a:p>
          <a:p>
            <a:pPr marL="342900" indent="-342900">
              <a:buAutoNum type="arabicPeriod" startAt="2"/>
            </a:pPr>
            <a:r>
              <a:rPr lang="en-US" sz="1400" dirty="0"/>
              <a:t>Overall loss tree Flow diagram and with filter based on plant Find proper one and redesign</a:t>
            </a:r>
          </a:p>
          <a:p>
            <a:pPr marL="342900" indent="-342900">
              <a:buAutoNum type="arabicPeriod" startAt="2"/>
            </a:pPr>
            <a:r>
              <a:rPr lang="en-US" sz="1400" dirty="0"/>
              <a:t>Insight based on unit : categories and total loses</a:t>
            </a:r>
          </a:p>
          <a:p>
            <a:pPr marL="342900" indent="-342900">
              <a:buAutoNum type="arabicPeriod" startAt="2"/>
            </a:pPr>
            <a:r>
              <a:rPr lang="en-US" sz="1400" dirty="0"/>
              <a:t>Combined Chart on Loss categorization and in detail  sub loss category.</a:t>
            </a:r>
          </a:p>
          <a:p>
            <a:pPr marL="342900" indent="-342900">
              <a:buAutoNum type="arabicPeriod" startAt="2"/>
            </a:pPr>
            <a:r>
              <a:rPr lang="en-US" sz="1400" dirty="0"/>
              <a:t>Overall loss in month wise with category details</a:t>
            </a:r>
          </a:p>
          <a:p>
            <a:pPr marL="342900" indent="-342900">
              <a:buAutoNum type="arabicPeriod" startAt="2"/>
            </a:pPr>
            <a:r>
              <a:rPr lang="en-US" sz="1400" dirty="0"/>
              <a:t>chart on events with system and manual events based on monthly</a:t>
            </a:r>
          </a:p>
          <a:p>
            <a:r>
              <a:rPr lang="en-US" sz="1400" dirty="0"/>
              <a:t>         Brief KPI Showcase: total events, review, under implementation, approved. Pending action and completed</a:t>
            </a:r>
          </a:p>
          <a:p>
            <a:pPr marL="342900" indent="-342900">
              <a:buAutoNum type="arabicPeriod" startAt="7"/>
            </a:pPr>
            <a:r>
              <a:rPr lang="en-US" sz="1400" dirty="0"/>
              <a:t>Loss by equipment heatmap chart.</a:t>
            </a:r>
          </a:p>
          <a:p>
            <a:pPr marL="342900" indent="-342900">
              <a:buAutoNum type="arabicPeriod" startAt="7"/>
            </a:pPr>
            <a:r>
              <a:rPr lang="en-US" sz="1400" dirty="0"/>
              <a:t>Filter: insights filter based on Year, yearly quarterly and monthly.</a:t>
            </a:r>
          </a:p>
          <a:p>
            <a:pPr marL="342900" indent="-342900">
              <a:buAutoNum type="arabicPeriod" startAt="7"/>
            </a:pPr>
            <a:r>
              <a:rPr lang="en-US" sz="1400" dirty="0"/>
              <a:t>Each top KPI card on click will have detail drill down insights.</a:t>
            </a:r>
          </a:p>
          <a:p>
            <a:endParaRPr lang="en-US" sz="1400" dirty="0"/>
          </a:p>
          <a:p>
            <a:pPr marL="342900" indent="-342900">
              <a:buAutoNum type="arabicPeriod" startAt="2"/>
            </a:pP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DB4762A0-0E45-4A00-9D33-DEFECD869A94}"/>
              </a:ext>
            </a:extLst>
          </p:cNvPr>
          <p:cNvSpPr txBox="1">
            <a:spLocks/>
          </p:cNvSpPr>
          <p:nvPr/>
        </p:nvSpPr>
        <p:spPr bwMode="gray">
          <a:xfrm>
            <a:off x="416448" y="1335021"/>
            <a:ext cx="8993882" cy="2480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91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Insights page</a:t>
            </a:r>
          </a:p>
        </p:txBody>
      </p:sp>
      <p:sp>
        <p:nvSpPr>
          <p:cNvPr id="17" name="Title 8">
            <a:extLst>
              <a:ext uri="{FF2B5EF4-FFF2-40B4-BE49-F238E27FC236}">
                <a16:creationId xmlns:a16="http://schemas.microsoft.com/office/drawing/2014/main" id="{55CE77DC-532C-4689-95B5-921DC0CB974D}"/>
              </a:ext>
            </a:extLst>
          </p:cNvPr>
          <p:cNvSpPr txBox="1">
            <a:spLocks/>
          </p:cNvSpPr>
          <p:nvPr/>
        </p:nvSpPr>
        <p:spPr bwMode="gray">
          <a:xfrm>
            <a:off x="416448" y="4228121"/>
            <a:ext cx="8993882" cy="2480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91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Loss management page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19E1B4-605F-44B7-954B-E5CB626A08CA}"/>
              </a:ext>
            </a:extLst>
          </p:cNvPr>
          <p:cNvSpPr txBox="1"/>
          <p:nvPr/>
        </p:nvSpPr>
        <p:spPr>
          <a:xfrm>
            <a:off x="336547" y="4482193"/>
            <a:ext cx="1096516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/>
              <a:t>KPI cards on top of OLM Events</a:t>
            </a:r>
          </a:p>
          <a:p>
            <a:pPr marL="342900" indent="-342900">
              <a:buAutoNum type="arabicPeriod"/>
            </a:pPr>
            <a:r>
              <a:rPr lang="en-US" sz="1400" dirty="0"/>
              <a:t>Default list of KPI is shown OLM events, events rejected, awaiting approval event approved</a:t>
            </a:r>
          </a:p>
          <a:p>
            <a:pPr marL="342900" indent="-342900">
              <a:buAutoNum type="arabicPeriod"/>
            </a:pPr>
            <a:r>
              <a:rPr lang="en-US" sz="1400" dirty="0"/>
              <a:t>Onclick each KPI list all events which is related</a:t>
            </a:r>
          </a:p>
          <a:p>
            <a:pPr marL="342900" indent="-342900">
              <a:buAutoNum type="arabicPeriod"/>
            </a:pPr>
            <a:r>
              <a:rPr lang="en-US" sz="1400" dirty="0"/>
              <a:t>Chart on OLM events created</a:t>
            </a:r>
          </a:p>
          <a:p>
            <a:pPr marL="342900" indent="-342900">
              <a:buAutoNum type="arabicPeriod"/>
            </a:pPr>
            <a:r>
              <a:rPr lang="en-US" sz="1400" dirty="0"/>
              <a:t>Filter list based on status and Events</a:t>
            </a:r>
          </a:p>
          <a:p>
            <a:pPr marL="342900" indent="-342900">
              <a:buAutoNum type="arabicPeriod"/>
            </a:pPr>
            <a:r>
              <a:rPr lang="en-US" sz="1400" dirty="0"/>
              <a:t>Search for RCA task list</a:t>
            </a:r>
          </a:p>
          <a:p>
            <a:pPr marL="342900" indent="-342900">
              <a:buAutoNum type="arabicPeriod"/>
            </a:pPr>
            <a:r>
              <a:rPr lang="en-US" sz="1400" dirty="0"/>
              <a:t>Click action event creating an event</a:t>
            </a:r>
          </a:p>
          <a:p>
            <a:pPr marL="342900" indent="-342900">
              <a:buFontTx/>
              <a:buAutoNum type="arabicPeriod"/>
            </a:pPr>
            <a:r>
              <a:rPr lang="en-US" sz="1400" dirty="0"/>
              <a:t>Chart on OLM events stages and open RCA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 startAt="2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5219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6548" y="1183329"/>
            <a:ext cx="109651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/>
              <a:t>KPI cards on top page RCA Events</a:t>
            </a:r>
          </a:p>
          <a:p>
            <a:pPr marL="342900" indent="-342900">
              <a:buAutoNum type="arabicPeriod"/>
            </a:pPr>
            <a:r>
              <a:rPr lang="en-US" sz="1400" dirty="0"/>
              <a:t>List Key KPI is shown OLM events, events rejected, awaiting approval event approved</a:t>
            </a:r>
          </a:p>
          <a:p>
            <a:pPr marL="342900" indent="-342900">
              <a:buAutoNum type="arabicPeriod"/>
            </a:pPr>
            <a:r>
              <a:rPr lang="en-US" sz="1400" dirty="0"/>
              <a:t>List all task list sent for investigation</a:t>
            </a:r>
          </a:p>
          <a:p>
            <a:pPr marL="342900" indent="-342900">
              <a:buAutoNum type="arabicPeriod"/>
            </a:pPr>
            <a:r>
              <a:rPr lang="en-US" sz="1400" dirty="0"/>
              <a:t>Onclick each KPI list all RCA events which is related</a:t>
            </a:r>
          </a:p>
          <a:p>
            <a:pPr marL="342900" indent="-342900">
              <a:buAutoNum type="arabicPeriod"/>
            </a:pPr>
            <a:r>
              <a:rPr lang="en-US" sz="1400" dirty="0"/>
              <a:t>Filter list based on status and sub type</a:t>
            </a:r>
          </a:p>
          <a:p>
            <a:pPr marL="342900" indent="-342900">
              <a:buAutoNum type="arabicPeriod"/>
            </a:pPr>
            <a:r>
              <a:rPr lang="en-US" sz="1400" dirty="0"/>
              <a:t>Search for RCA task list</a:t>
            </a:r>
          </a:p>
          <a:p>
            <a:pPr marL="342900" indent="-342900">
              <a:buFontTx/>
              <a:buAutoNum type="arabicPeriod"/>
            </a:pPr>
            <a:r>
              <a:rPr lang="en-US" sz="1400" dirty="0"/>
              <a:t>Chart on OLM events stages and open RCA</a:t>
            </a:r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 startAt="2"/>
            </a:pP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DB4762A0-0E45-4A00-9D33-DEFECD869A94}"/>
              </a:ext>
            </a:extLst>
          </p:cNvPr>
          <p:cNvSpPr txBox="1">
            <a:spLocks/>
          </p:cNvSpPr>
          <p:nvPr/>
        </p:nvSpPr>
        <p:spPr bwMode="gray">
          <a:xfrm>
            <a:off x="416448" y="837517"/>
            <a:ext cx="8993882" cy="2480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91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RCA page</a:t>
            </a:r>
          </a:p>
        </p:txBody>
      </p:sp>
    </p:spTree>
    <p:extLst>
      <p:ext uri="{BB962C8B-B14F-4D97-AF65-F5344CB8AC3E}">
        <p14:creationId xmlns:p14="http://schemas.microsoft.com/office/powerpoint/2010/main" val="1051223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6548" y="1183329"/>
            <a:ext cx="109651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/>
            </a:pPr>
            <a:endParaRPr lang="en-US" sz="1400" dirty="0"/>
          </a:p>
          <a:p>
            <a:pPr marL="342900" indent="-342900">
              <a:buAutoNum type="arabicPeriod" startAt="2"/>
            </a:pPr>
            <a:endParaRPr lang="en-US" sz="1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0E740-9C4E-B34E-A261-7411B83400FA}" type="slidenum">
              <a:rPr lang="en-US" smtClean="0"/>
              <a:t>13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283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DB4762A0-0E45-4A00-9D33-DEFECD869A94}"/>
              </a:ext>
            </a:extLst>
          </p:cNvPr>
          <p:cNvSpPr txBox="1">
            <a:spLocks/>
          </p:cNvSpPr>
          <p:nvPr/>
        </p:nvSpPr>
        <p:spPr bwMode="gray">
          <a:xfrm>
            <a:off x="416448" y="837517"/>
            <a:ext cx="8993882" cy="2480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91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Proposed Sketch for Insights Page: Not finalized will change based on Feedback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54700A14-2E48-4B24-9BBC-B54571F16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95" y="1590191"/>
            <a:ext cx="3634111" cy="4845481"/>
          </a:xfrm>
          <a:prstGeom prst="rect">
            <a:avLst/>
          </a:prstGeom>
        </p:spPr>
      </p:pic>
      <p:pic>
        <p:nvPicPr>
          <p:cNvPr id="12" name="Picture 11" descr="A piece of paper with writing on it&#10;&#10;Description automatically generated with medium confidence">
            <a:extLst>
              <a:ext uri="{FF2B5EF4-FFF2-40B4-BE49-F238E27FC236}">
                <a16:creationId xmlns:a16="http://schemas.microsoft.com/office/drawing/2014/main" id="{5927D29A-CAC3-4AF6-8FD9-E9AA2A57C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98683" y="358036"/>
            <a:ext cx="4021606" cy="7149521"/>
          </a:xfrm>
          <a:prstGeom prst="rect">
            <a:avLst/>
          </a:prstGeom>
        </p:spPr>
      </p:pic>
      <p:sp>
        <p:nvSpPr>
          <p:cNvPr id="14" name="Title 8">
            <a:extLst>
              <a:ext uri="{FF2B5EF4-FFF2-40B4-BE49-F238E27FC236}">
                <a16:creationId xmlns:a16="http://schemas.microsoft.com/office/drawing/2014/main" id="{A9646CEA-A019-4B20-B7A0-BA939B07BE46}"/>
              </a:ext>
            </a:extLst>
          </p:cNvPr>
          <p:cNvSpPr txBox="1">
            <a:spLocks/>
          </p:cNvSpPr>
          <p:nvPr/>
        </p:nvSpPr>
        <p:spPr bwMode="gray">
          <a:xfrm>
            <a:off x="786895" y="1244379"/>
            <a:ext cx="3514595" cy="2480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91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Landing page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EB00EACD-4B78-47FB-9791-757458BEEF55}"/>
              </a:ext>
            </a:extLst>
          </p:cNvPr>
          <p:cNvSpPr txBox="1">
            <a:spLocks/>
          </p:cNvSpPr>
          <p:nvPr/>
        </p:nvSpPr>
        <p:spPr bwMode="gray">
          <a:xfrm>
            <a:off x="4634724" y="1428620"/>
            <a:ext cx="3514595" cy="24808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91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Loss management page</a:t>
            </a:r>
          </a:p>
        </p:txBody>
      </p:sp>
    </p:spTree>
    <p:extLst>
      <p:ext uri="{BB962C8B-B14F-4D97-AF65-F5344CB8AC3E}">
        <p14:creationId xmlns:p14="http://schemas.microsoft.com/office/powerpoint/2010/main" val="730466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05DD03-A7FB-415D-96D6-9426B9102B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E669E4-92FF-4E54-8E6D-D1601615532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0479A72-920A-415B-8469-E7772A79C549}" type="datetime4">
              <a:rPr lang="en-US" smtClean="0"/>
              <a:t>November 11, 2022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BE106-91FD-46BA-98DF-5739D6F4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619F89D8-7AE3-494A-97F3-03D68086963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59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BB Master">
  <a:themeElements>
    <a:clrScheme name="Custom 2">
      <a:dk1>
        <a:srgbClr val="000000"/>
      </a:dk1>
      <a:lt1>
        <a:srgbClr val="FFFFFF"/>
      </a:lt1>
      <a:dk2>
        <a:srgbClr val="D90000"/>
      </a:dk2>
      <a:lt2>
        <a:srgbClr val="FF000F"/>
      </a:lt2>
      <a:accent1>
        <a:srgbClr val="262626"/>
      </a:accent1>
      <a:accent2>
        <a:srgbClr val="6E6E6E"/>
      </a:accent2>
      <a:accent3>
        <a:srgbClr val="A9A9A9"/>
      </a:accent3>
      <a:accent4>
        <a:srgbClr val="D2D2D2"/>
      </a:accent4>
      <a:accent5>
        <a:srgbClr val="F0F0F0"/>
      </a:accent5>
      <a:accent6>
        <a:srgbClr val="FAFAFA"/>
      </a:accent6>
      <a:hlink>
        <a:srgbClr val="D90000"/>
      </a:hlink>
      <a:folHlink>
        <a:srgbClr val="FF000F"/>
      </a:folHlink>
    </a:clrScheme>
    <a:fontScheme name="ABBvoice">
      <a:majorFont>
        <a:latin typeface="ABBvoice"/>
        <a:ea typeface="ABBvoice"/>
        <a:cs typeface="ABBvoice"/>
      </a:majorFont>
      <a:minorFont>
        <a:latin typeface="ABBvoice"/>
        <a:ea typeface="ABBvoice"/>
        <a:cs typeface="ABBvo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tx2"/>
        </a:solidFill>
        <a:ln>
          <a:noFill/>
        </a:ln>
      </a:spPr>
      <a:bodyPr rtlCol="0" anchor="ctr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72000" tIns="72000" rIns="72000" bIns="72000" rtlCol="0">
        <a:noAutofit/>
      </a:bodyPr>
      <a:lstStyle>
        <a:defPPr>
          <a:defRPr sz="1400" dirty="0" err="1" smtClean="0"/>
        </a:defPPr>
      </a:lstStyle>
    </a:txDef>
  </a:objectDefaults>
  <a:extraClrSchemeLst/>
  <a:custClrLst>
    <a:custClr name="Blue">
      <a:srgbClr val="004C97"/>
    </a:custClr>
    <a:custClr name="Green">
      <a:srgbClr val="007A33"/>
    </a:custClr>
    <a:custClr name="Yellow">
      <a:srgbClr val="FFD100"/>
    </a:custClr>
    <a:custClr name="Red Grey">
      <a:srgbClr val="817275"/>
    </a:custClr>
    <a:custClr name="Green Grey">
      <a:srgbClr val="6B7173"/>
    </a:custClr>
    <a:custClr name="Blue Grey">
      <a:srgbClr val="5B6F80"/>
    </a:custClr>
    <a:custClr name="Violet Grey">
      <a:srgbClr val="78838E"/>
    </a:custClr>
  </a:custClrLst>
  <a:extLst>
    <a:ext uri="{05A4C25C-085E-4340-85A3-A5531E510DB2}">
      <thm15:themeFamily xmlns:thm15="http://schemas.microsoft.com/office/thememl/2012/main" name="Presentation4" id="{AB123FCC-75BF-413D-9ADE-5DE1BC5101C9}" vid="{30A3DC37-1BE1-4015-B67A-9AB1D23BAC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144AEBFE47EC45A4AADCE49A38C2E8" ma:contentTypeVersion="12" ma:contentTypeDescription="Create a new document." ma:contentTypeScope="" ma:versionID="02a3f8f498d682d6e5d8b0a7fe7cea60">
  <xsd:schema xmlns:xsd="http://www.w3.org/2001/XMLSchema" xmlns:xs="http://www.w3.org/2001/XMLSchema" xmlns:p="http://schemas.microsoft.com/office/2006/metadata/properties" xmlns:ns3="46a93640-35a6-4908-994d-298013aa7471" xmlns:ns4="dc4cc070-fe17-45b2-9f93-c83e70caa25c" targetNamespace="http://schemas.microsoft.com/office/2006/metadata/properties" ma:root="true" ma:fieldsID="d4dcbdc0220705f2beb01460be6fc90b" ns3:_="" ns4:_="">
    <xsd:import namespace="46a93640-35a6-4908-994d-298013aa7471"/>
    <xsd:import namespace="dc4cc070-fe17-45b2-9f93-c83e70caa25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93640-35a6-4908-994d-298013aa74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4cc070-fe17-45b2-9f93-c83e70caa25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976670-3334-40C7-A977-F1811D3F03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B74AE2-8700-4A84-B317-393FF4E0D2F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8FB71F0-5860-4F2F-967D-2A378BB9E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93640-35a6-4908-994d-298013aa7471"/>
    <ds:schemaRef ds:uri="dc4cc070-fe17-45b2-9f93-c83e70caa2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21296</TotalTime>
  <Words>1013</Words>
  <Application>Microsoft Office PowerPoint</Application>
  <PresentationFormat>Widescreen</PresentationFormat>
  <Paragraphs>175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ABBvoice</vt:lpstr>
      <vt:lpstr>ABBvoiceOffice</vt:lpstr>
      <vt:lpstr>Arial</vt:lpstr>
      <vt:lpstr>Calibri</vt:lpstr>
      <vt:lpstr>Symbol</vt:lpstr>
      <vt:lpstr>ABB Master</vt:lpstr>
      <vt:lpstr>OLM Application</vt:lpstr>
      <vt:lpstr>Theory used for Evaluation</vt:lpstr>
      <vt:lpstr>Key Tasks to be worked based on screens </vt:lpstr>
      <vt:lpstr>Landing Page</vt:lpstr>
      <vt:lpstr>Insights page: OLM summary</vt:lpstr>
      <vt:lpstr>Insights page: OLM Analytics</vt:lpstr>
      <vt:lpstr>Loss management: Event Page</vt:lpstr>
      <vt:lpstr>Loss management: Event details</vt:lpstr>
      <vt:lpstr>Root Cause analysis: Event details</vt:lpstr>
      <vt:lpstr>Root Cause analysis: Event details</vt:lpstr>
      <vt:lpstr>Important insights to show on dashboard based on Analysis and UX week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ABB Ability™ Genix Industrial Analytics and AI Suite</dc:title>
  <dc:creator>Sachin Malhotra</dc:creator>
  <cp:lastModifiedBy>Bharath Hegde</cp:lastModifiedBy>
  <cp:revision>61</cp:revision>
  <dcterms:created xsi:type="dcterms:W3CDTF">2020-08-30T17:42:59Z</dcterms:created>
  <dcterms:modified xsi:type="dcterms:W3CDTF">2022-11-16T13:34:55Z</dcterms:modified>
</cp:coreProperties>
</file>